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43891200" cy="32918400"/>
  <p:notesSz cx="42643425" cy="32100838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C0"/>
    <a:srgbClr val="E20000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02046-DBD9-499B-9F95-5C8786E2528A}" v="9" dt="2023-09-14T12:32:33.260"/>
    <p1510:client id="{E159DB0C-20A3-4769-851A-06791C5563DA}" v="5" dt="2023-09-14T00:34:09.262"/>
    <p1510:client id="{F578F9B2-A1DC-4C65-9765-730E9A0FB04A}" v="36" dt="2023-09-14T20:36:19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368"/>
        <p:guide pos="1382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ila Surovi" userId="55d7b2db-3a0f-421b-b43f-d2cf2b85e4e0" providerId="ADAL" clId="{EBA3808D-D0D7-48D6-B7A2-B5873619D0E5}"/>
    <pc:docChg chg="modSld">
      <pc:chgData name="Agnila Surovi" userId="55d7b2db-3a0f-421b-b43f-d2cf2b85e4e0" providerId="ADAL" clId="{EBA3808D-D0D7-48D6-B7A2-B5873619D0E5}" dt="2023-09-07T14:15:54.784" v="240" actId="20577"/>
      <pc:docMkLst>
        <pc:docMk/>
      </pc:docMkLst>
      <pc:sldChg chg="addSp modSp">
        <pc:chgData name="Agnila Surovi" userId="55d7b2db-3a0f-421b-b43f-d2cf2b85e4e0" providerId="ADAL" clId="{EBA3808D-D0D7-48D6-B7A2-B5873619D0E5}" dt="2023-09-07T14:15:54.784" v="240" actId="20577"/>
        <pc:sldMkLst>
          <pc:docMk/>
          <pc:sldMk cId="3518165027" sldId="256"/>
        </pc:sldMkLst>
        <pc:spChg chg="mod">
          <ac:chgData name="Agnila Surovi" userId="55d7b2db-3a0f-421b-b43f-d2cf2b85e4e0" providerId="ADAL" clId="{EBA3808D-D0D7-48D6-B7A2-B5873619D0E5}" dt="2023-09-07T14:09:03.177" v="10" actId="20577"/>
          <ac:spMkLst>
            <pc:docMk/>
            <pc:sldMk cId="3518165027" sldId="256"/>
            <ac:spMk id="28" creationId="{631D0870-F465-C1DE-107C-4EDB4A9044CC}"/>
          </ac:spMkLst>
        </pc:spChg>
        <pc:spChg chg="add mod">
          <ac:chgData name="Agnila Surovi" userId="55d7b2db-3a0f-421b-b43f-d2cf2b85e4e0" providerId="ADAL" clId="{EBA3808D-D0D7-48D6-B7A2-B5873619D0E5}" dt="2023-09-07T14:15:35.691" v="209" actId="14100"/>
          <ac:spMkLst>
            <pc:docMk/>
            <pc:sldMk cId="3518165027" sldId="256"/>
            <ac:spMk id="117" creationId="{B2F97C4A-052E-4FBD-A563-B69D54018970}"/>
          </ac:spMkLst>
        </pc:spChg>
        <pc:spChg chg="add mod">
          <ac:chgData name="Agnila Surovi" userId="55d7b2db-3a0f-421b-b43f-d2cf2b85e4e0" providerId="ADAL" clId="{EBA3808D-D0D7-48D6-B7A2-B5873619D0E5}" dt="2023-09-07T14:11:29.262" v="68" actId="20577"/>
          <ac:spMkLst>
            <pc:docMk/>
            <pc:sldMk cId="3518165027" sldId="256"/>
            <ac:spMk id="118" creationId="{79BFE88E-E63B-405B-B608-3FFD20ABFCDC}"/>
          </ac:spMkLst>
        </pc:spChg>
        <pc:spChg chg="add mod">
          <ac:chgData name="Agnila Surovi" userId="55d7b2db-3a0f-421b-b43f-d2cf2b85e4e0" providerId="ADAL" clId="{EBA3808D-D0D7-48D6-B7A2-B5873619D0E5}" dt="2023-09-07T14:11:57.031" v="94" actId="20577"/>
          <ac:spMkLst>
            <pc:docMk/>
            <pc:sldMk cId="3518165027" sldId="256"/>
            <ac:spMk id="119" creationId="{339EFCCF-B420-414A-9303-CD8552CC3E6C}"/>
          </ac:spMkLst>
        </pc:spChg>
        <pc:spChg chg="add mod">
          <ac:chgData name="Agnila Surovi" userId="55d7b2db-3a0f-421b-b43f-d2cf2b85e4e0" providerId="ADAL" clId="{EBA3808D-D0D7-48D6-B7A2-B5873619D0E5}" dt="2023-09-07T14:13:55.996" v="154" actId="20577"/>
          <ac:spMkLst>
            <pc:docMk/>
            <pc:sldMk cId="3518165027" sldId="256"/>
            <ac:spMk id="120" creationId="{5EAC506B-6958-4F48-A132-1E0EE8F09892}"/>
          </ac:spMkLst>
        </pc:spChg>
        <pc:spChg chg="add mod">
          <ac:chgData name="Agnila Surovi" userId="55d7b2db-3a0f-421b-b43f-d2cf2b85e4e0" providerId="ADAL" clId="{EBA3808D-D0D7-48D6-B7A2-B5873619D0E5}" dt="2023-09-07T14:13:26.968" v="144" actId="20577"/>
          <ac:spMkLst>
            <pc:docMk/>
            <pc:sldMk cId="3518165027" sldId="256"/>
            <ac:spMk id="121" creationId="{34765277-D6B1-4091-90E4-3AB9C366AC6B}"/>
          </ac:spMkLst>
        </pc:spChg>
        <pc:spChg chg="add mod">
          <ac:chgData name="Agnila Surovi" userId="55d7b2db-3a0f-421b-b43f-d2cf2b85e4e0" providerId="ADAL" clId="{EBA3808D-D0D7-48D6-B7A2-B5873619D0E5}" dt="2023-09-07T14:14:35.922" v="184" actId="1076"/>
          <ac:spMkLst>
            <pc:docMk/>
            <pc:sldMk cId="3518165027" sldId="256"/>
            <ac:spMk id="122" creationId="{7F2ECBFB-FB42-4B66-9BF2-411AB541CDC4}"/>
          </ac:spMkLst>
        </pc:spChg>
        <pc:spChg chg="add mod">
          <ac:chgData name="Agnila Surovi" userId="55d7b2db-3a0f-421b-b43f-d2cf2b85e4e0" providerId="ADAL" clId="{EBA3808D-D0D7-48D6-B7A2-B5873619D0E5}" dt="2023-09-07T14:15:11.156" v="206" actId="20577"/>
          <ac:spMkLst>
            <pc:docMk/>
            <pc:sldMk cId="3518165027" sldId="256"/>
            <ac:spMk id="123" creationId="{D10E698B-8F6E-42CC-B265-160170039241}"/>
          </ac:spMkLst>
        </pc:spChg>
        <pc:spChg chg="add mod">
          <ac:chgData name="Agnila Surovi" userId="55d7b2db-3a0f-421b-b43f-d2cf2b85e4e0" providerId="ADAL" clId="{EBA3808D-D0D7-48D6-B7A2-B5873619D0E5}" dt="2023-09-07T14:15:54.784" v="240" actId="20577"/>
          <ac:spMkLst>
            <pc:docMk/>
            <pc:sldMk cId="3518165027" sldId="256"/>
            <ac:spMk id="124" creationId="{F53D4F7B-3351-4FFF-979B-58228F603DDD}"/>
          </ac:spMkLst>
        </pc:spChg>
        <pc:grpChg chg="mod ord">
          <ac:chgData name="Agnila Surovi" userId="55d7b2db-3a0f-421b-b43f-d2cf2b85e4e0" providerId="ADAL" clId="{EBA3808D-D0D7-48D6-B7A2-B5873619D0E5}" dt="2023-09-07T14:13:44.609" v="147" actId="1076"/>
          <ac:grpSpMkLst>
            <pc:docMk/>
            <pc:sldMk cId="3518165027" sldId="256"/>
            <ac:grpSpMk id="233" creationId="{C0B509B5-FD8A-495D-1C74-E76914F15AA2}"/>
          </ac:grpSpMkLst>
        </pc:grpChg>
      </pc:sldChg>
    </pc:docChg>
  </pc:docChgLst>
  <pc:docChgLst>
    <pc:chgData name="Agnila Surovi" userId="55d7b2db-3a0f-421b-b43f-d2cf2b85e4e0" providerId="ADAL" clId="{9F16E153-C80A-4AA3-8E8D-7D3EFD3EDEBD}"/>
    <pc:docChg chg="undo custSel modSld">
      <pc:chgData name="Agnila Surovi" userId="55d7b2db-3a0f-421b-b43f-d2cf2b85e4e0" providerId="ADAL" clId="{9F16E153-C80A-4AA3-8E8D-7D3EFD3EDEBD}" dt="2023-09-14T19:06:32.100" v="86"/>
      <pc:docMkLst>
        <pc:docMk/>
      </pc:docMkLst>
      <pc:sldChg chg="addSp delSp modSp">
        <pc:chgData name="Agnila Surovi" userId="55d7b2db-3a0f-421b-b43f-d2cf2b85e4e0" providerId="ADAL" clId="{9F16E153-C80A-4AA3-8E8D-7D3EFD3EDEBD}" dt="2023-09-14T19:06:32.100" v="86"/>
        <pc:sldMkLst>
          <pc:docMk/>
          <pc:sldMk cId="2169711471" sldId="257"/>
        </pc:sldMkLst>
        <pc:spChg chg="del">
          <ac:chgData name="Agnila Surovi" userId="55d7b2db-3a0f-421b-b43f-d2cf2b85e4e0" providerId="ADAL" clId="{9F16E153-C80A-4AA3-8E8D-7D3EFD3EDEBD}" dt="2023-09-14T18:55:33.410" v="5" actId="478"/>
          <ac:spMkLst>
            <pc:docMk/>
            <pc:sldMk cId="2169711471" sldId="257"/>
            <ac:spMk id="34" creationId="{88BDBAC1-AB61-B0A1-B2B4-27CD7C00F316}"/>
          </ac:spMkLst>
        </pc:spChg>
        <pc:spChg chg="mod">
          <ac:chgData name="Agnila Surovi" userId="55d7b2db-3a0f-421b-b43f-d2cf2b85e4e0" providerId="ADAL" clId="{9F16E153-C80A-4AA3-8E8D-7D3EFD3EDEBD}" dt="2023-09-14T19:02:13.755" v="47" actId="1076"/>
          <ac:spMkLst>
            <pc:docMk/>
            <pc:sldMk cId="2169711471" sldId="257"/>
            <ac:spMk id="39" creationId="{F46957A3-45AF-1FA7-FA8D-31005081E796}"/>
          </ac:spMkLst>
        </pc:spChg>
        <pc:spChg chg="mod">
          <ac:chgData name="Agnila Surovi" userId="55d7b2db-3a0f-421b-b43f-d2cf2b85e4e0" providerId="ADAL" clId="{9F16E153-C80A-4AA3-8E8D-7D3EFD3EDEBD}" dt="2023-09-14T19:02:13.755" v="47" actId="1076"/>
          <ac:spMkLst>
            <pc:docMk/>
            <pc:sldMk cId="2169711471" sldId="257"/>
            <ac:spMk id="50" creationId="{6070E352-63EA-0BBA-6EB6-98BECD17B140}"/>
          </ac:spMkLst>
        </pc:spChg>
        <pc:spChg chg="add mod">
          <ac:chgData name="Agnila Surovi" userId="55d7b2db-3a0f-421b-b43f-d2cf2b85e4e0" providerId="ADAL" clId="{9F16E153-C80A-4AA3-8E8D-7D3EFD3EDEBD}" dt="2023-09-14T19:06:32.100" v="86"/>
          <ac:spMkLst>
            <pc:docMk/>
            <pc:sldMk cId="2169711471" sldId="257"/>
            <ac:spMk id="74" creationId="{22C6AC75-7A20-42A9-90BC-4B3D9F2945AD}"/>
          </ac:spMkLst>
        </pc:spChg>
        <pc:spChg chg="mod">
          <ac:chgData name="Agnila Surovi" userId="55d7b2db-3a0f-421b-b43f-d2cf2b85e4e0" providerId="ADAL" clId="{9F16E153-C80A-4AA3-8E8D-7D3EFD3EDEBD}" dt="2023-09-14T18:58:05.317" v="34" actId="20577"/>
          <ac:spMkLst>
            <pc:docMk/>
            <pc:sldMk cId="2169711471" sldId="257"/>
            <ac:spMk id="80" creationId="{7FBB4128-35FD-9DE5-0A22-2143A168BBEF}"/>
          </ac:spMkLst>
        </pc:spChg>
        <pc:spChg chg="mod">
          <ac:chgData name="Agnila Surovi" userId="55d7b2db-3a0f-421b-b43f-d2cf2b85e4e0" providerId="ADAL" clId="{9F16E153-C80A-4AA3-8E8D-7D3EFD3EDEBD}" dt="2023-09-14T19:02:04.331" v="46" actId="1076"/>
          <ac:spMkLst>
            <pc:docMk/>
            <pc:sldMk cId="2169711471" sldId="257"/>
            <ac:spMk id="106" creationId="{C18D8EC5-2FA3-16CE-0536-ED873EE242CF}"/>
          </ac:spMkLst>
        </pc:spChg>
        <pc:grpChg chg="mod">
          <ac:chgData name="Agnila Surovi" userId="55d7b2db-3a0f-421b-b43f-d2cf2b85e4e0" providerId="ADAL" clId="{9F16E153-C80A-4AA3-8E8D-7D3EFD3EDEBD}" dt="2023-09-14T19:01:34.329" v="44" actId="1076"/>
          <ac:grpSpMkLst>
            <pc:docMk/>
            <pc:sldMk cId="2169711471" sldId="257"/>
            <ac:grpSpMk id="6" creationId="{290781D1-5AA4-AAC6-60C9-C5CAFD5E24C0}"/>
          </ac:grpSpMkLst>
        </pc:grpChg>
        <pc:picChg chg="add del mod">
          <ac:chgData name="Agnila Surovi" userId="55d7b2db-3a0f-421b-b43f-d2cf2b85e4e0" providerId="ADAL" clId="{9F16E153-C80A-4AA3-8E8D-7D3EFD3EDEBD}" dt="2023-09-14T18:57:58.966" v="32" actId="478"/>
          <ac:picMkLst>
            <pc:docMk/>
            <pc:sldMk cId="2169711471" sldId="257"/>
            <ac:picMk id="7" creationId="{278F7F94-25D9-4F4A-A2F3-B98BCAADA564}"/>
          </ac:picMkLst>
        </pc:picChg>
        <pc:picChg chg="mod">
          <ac:chgData name="Agnila Surovi" userId="55d7b2db-3a0f-421b-b43f-d2cf2b85e4e0" providerId="ADAL" clId="{9F16E153-C80A-4AA3-8E8D-7D3EFD3EDEBD}" dt="2023-09-14T19:01:58.979" v="45" actId="1076"/>
          <ac:picMkLst>
            <pc:docMk/>
            <pc:sldMk cId="2169711471" sldId="257"/>
            <ac:picMk id="112" creationId="{DBCBC7B7-1961-7E0C-FCBE-0E1C8282D2E4}"/>
          </ac:picMkLst>
        </pc:picChg>
        <pc:picChg chg="add mod">
          <ac:chgData name="Agnila Surovi" userId="55d7b2db-3a0f-421b-b43f-d2cf2b85e4e0" providerId="ADAL" clId="{9F16E153-C80A-4AA3-8E8D-7D3EFD3EDEBD}" dt="2023-09-14T19:03:00.177" v="54" actId="1076"/>
          <ac:picMkLst>
            <pc:docMk/>
            <pc:sldMk cId="2169711471" sldId="257"/>
            <ac:picMk id="1026" creationId="{A8B22B43-C2BB-45A2-8F42-60154D34E944}"/>
          </ac:picMkLst>
        </pc:picChg>
        <pc:cxnChg chg="mod">
          <ac:chgData name="Agnila Surovi" userId="55d7b2db-3a0f-421b-b43f-d2cf2b85e4e0" providerId="ADAL" clId="{9F16E153-C80A-4AA3-8E8D-7D3EFD3EDEBD}" dt="2023-09-14T19:02:13.755" v="47" actId="1076"/>
          <ac:cxnSpMkLst>
            <pc:docMk/>
            <pc:sldMk cId="2169711471" sldId="257"/>
            <ac:cxnSpMk id="36" creationId="{88CCB255-B0CD-1BA7-792F-88F4CD3A074F}"/>
          </ac:cxnSpMkLst>
        </pc:cxnChg>
        <pc:cxnChg chg="mod">
          <ac:chgData name="Agnila Surovi" userId="55d7b2db-3a0f-421b-b43f-d2cf2b85e4e0" providerId="ADAL" clId="{9F16E153-C80A-4AA3-8E8D-7D3EFD3EDEBD}" dt="2023-09-14T19:02:13.755" v="47" actId="1076"/>
          <ac:cxnSpMkLst>
            <pc:docMk/>
            <pc:sldMk cId="2169711471" sldId="257"/>
            <ac:cxnSpMk id="52" creationId="{C03B89A9-60D8-ABD5-9A09-196722EBB00E}"/>
          </ac:cxnSpMkLst>
        </pc:cxnChg>
      </pc:sldChg>
    </pc:docChg>
  </pc:docChgLst>
  <pc:docChgLst>
    <pc:chgData name="Surovi, Agnila Ghosh" userId="55d7b2db-3a0f-421b-b43f-d2cf2b85e4e0" providerId="ADAL" clId="{E159DB0C-20A3-4769-851A-06791C5563DA}"/>
    <pc:docChg chg="undo custSel modSld">
      <pc:chgData name="Surovi, Agnila Ghosh" userId="55d7b2db-3a0f-421b-b43f-d2cf2b85e4e0" providerId="ADAL" clId="{E159DB0C-20A3-4769-851A-06791C5563DA}" dt="2023-09-14T00:34:09.262" v="11"/>
      <pc:docMkLst>
        <pc:docMk/>
      </pc:docMkLst>
      <pc:sldChg chg="addSp delSp modSp mod">
        <pc:chgData name="Surovi, Agnila Ghosh" userId="55d7b2db-3a0f-421b-b43f-d2cf2b85e4e0" providerId="ADAL" clId="{E159DB0C-20A3-4769-851A-06791C5563DA}" dt="2023-09-14T00:34:09.262" v="11"/>
        <pc:sldMkLst>
          <pc:docMk/>
          <pc:sldMk cId="3518165027" sldId="256"/>
        </pc:sldMkLst>
        <pc:spChg chg="add del mod">
          <ac:chgData name="Surovi, Agnila Ghosh" userId="55d7b2db-3a0f-421b-b43f-d2cf2b85e4e0" providerId="ADAL" clId="{E159DB0C-20A3-4769-851A-06791C5563DA}" dt="2023-09-14T00:33:18.679" v="3"/>
          <ac:spMkLst>
            <pc:docMk/>
            <pc:sldMk cId="3518165027" sldId="256"/>
            <ac:spMk id="6" creationId="{D509EF15-1AB4-B049-6F87-524DA1416617}"/>
          </ac:spMkLst>
        </pc:spChg>
        <pc:spChg chg="add del mod">
          <ac:chgData name="Surovi, Agnila Ghosh" userId="55d7b2db-3a0f-421b-b43f-d2cf2b85e4e0" providerId="ADAL" clId="{E159DB0C-20A3-4769-851A-06791C5563DA}" dt="2023-09-14T00:33:48.840" v="9" actId="478"/>
          <ac:spMkLst>
            <pc:docMk/>
            <pc:sldMk cId="3518165027" sldId="256"/>
            <ac:spMk id="9" creationId="{96EA1176-F230-D288-72D8-538EBFF0AE2F}"/>
          </ac:spMkLst>
        </pc:spChg>
        <pc:spChg chg="add mod">
          <ac:chgData name="Surovi, Agnila Ghosh" userId="55d7b2db-3a0f-421b-b43f-d2cf2b85e4e0" providerId="ADAL" clId="{E159DB0C-20A3-4769-851A-06791C5563DA}" dt="2023-09-14T00:34:01.307" v="10"/>
          <ac:spMkLst>
            <pc:docMk/>
            <pc:sldMk cId="3518165027" sldId="256"/>
            <ac:spMk id="31" creationId="{716C8585-52BF-3441-D9BF-8B060A0F517B}"/>
          </ac:spMkLst>
        </pc:spChg>
        <pc:picChg chg="add del mod">
          <ac:chgData name="Surovi, Agnila Ghosh" userId="55d7b2db-3a0f-421b-b43f-d2cf2b85e4e0" providerId="ADAL" clId="{E159DB0C-20A3-4769-851A-06791C5563DA}" dt="2023-09-14T00:33:18.679" v="3"/>
          <ac:picMkLst>
            <pc:docMk/>
            <pc:sldMk cId="3518165027" sldId="256"/>
            <ac:picMk id="5" creationId="{1FF3BFDF-8BAE-27B0-5BD6-6DB189DF6DEB}"/>
          </ac:picMkLst>
        </pc:picChg>
        <pc:picChg chg="add del mod">
          <ac:chgData name="Surovi, Agnila Ghosh" userId="55d7b2db-3a0f-421b-b43f-d2cf2b85e4e0" providerId="ADAL" clId="{E159DB0C-20A3-4769-851A-06791C5563DA}" dt="2023-09-14T00:33:48.840" v="9" actId="478"/>
          <ac:picMkLst>
            <pc:docMk/>
            <pc:sldMk cId="3518165027" sldId="256"/>
            <ac:picMk id="8" creationId="{D13BF6F2-B1A4-E44A-A32C-7B92CAD7C076}"/>
          </ac:picMkLst>
        </pc:picChg>
        <pc:cxnChg chg="add del mod">
          <ac:chgData name="Surovi, Agnila Ghosh" userId="55d7b2db-3a0f-421b-b43f-d2cf2b85e4e0" providerId="ADAL" clId="{E159DB0C-20A3-4769-851A-06791C5563DA}" dt="2023-09-14T00:33:18.679" v="3"/>
          <ac:cxnSpMkLst>
            <pc:docMk/>
            <pc:sldMk cId="3518165027" sldId="256"/>
            <ac:cxnSpMk id="7" creationId="{F9F193E2-DDE5-9248-50FA-F98106D6439A}"/>
          </ac:cxnSpMkLst>
        </pc:cxnChg>
        <pc:cxnChg chg="add del mod">
          <ac:chgData name="Surovi, Agnila Ghosh" userId="55d7b2db-3a0f-421b-b43f-d2cf2b85e4e0" providerId="ADAL" clId="{E159DB0C-20A3-4769-851A-06791C5563DA}" dt="2023-09-14T00:33:48.840" v="9" actId="478"/>
          <ac:cxnSpMkLst>
            <pc:docMk/>
            <pc:sldMk cId="3518165027" sldId="256"/>
            <ac:cxnSpMk id="28" creationId="{A53F71A6-97BE-908F-CCF3-1C20C595631B}"/>
          </ac:cxnSpMkLst>
        </pc:cxnChg>
        <pc:cxnChg chg="add mod">
          <ac:chgData name="Surovi, Agnila Ghosh" userId="55d7b2db-3a0f-421b-b43f-d2cf2b85e4e0" providerId="ADAL" clId="{E159DB0C-20A3-4769-851A-06791C5563DA}" dt="2023-09-14T00:34:09.262" v="11"/>
          <ac:cxnSpMkLst>
            <pc:docMk/>
            <pc:sldMk cId="3518165027" sldId="256"/>
            <ac:cxnSpMk id="32" creationId="{EDC0D499-BA5A-D8DA-EBBF-A32D072B353E}"/>
          </ac:cxnSpMkLst>
        </pc:cxnChg>
      </pc:sldChg>
    </pc:docChg>
  </pc:docChgLst>
  <pc:docChgLst>
    <pc:chgData name="Surovi, Agnila Ghosh" userId="55d7b2db-3a0f-421b-b43f-d2cf2b85e4e0" providerId="ADAL" clId="{9FECD0ED-F9A3-4309-B64A-BA5BF643B5C4}"/>
    <pc:docChg chg="undo custSel modSld">
      <pc:chgData name="Surovi, Agnila Ghosh" userId="55d7b2db-3a0f-421b-b43f-d2cf2b85e4e0" providerId="ADAL" clId="{9FECD0ED-F9A3-4309-B64A-BA5BF643B5C4}" dt="2023-09-12T20:36:45.031" v="3923" actId="14100"/>
      <pc:docMkLst>
        <pc:docMk/>
      </pc:docMkLst>
      <pc:sldChg chg="addSp delSp modSp mod">
        <pc:chgData name="Surovi, Agnila Ghosh" userId="55d7b2db-3a0f-421b-b43f-d2cf2b85e4e0" providerId="ADAL" clId="{9FECD0ED-F9A3-4309-B64A-BA5BF643B5C4}" dt="2023-09-12T20:36:45.031" v="3923" actId="14100"/>
        <pc:sldMkLst>
          <pc:docMk/>
          <pc:sldMk cId="3518165027" sldId="256"/>
        </pc:sldMkLst>
        <pc:spChg chg="add del mod">
          <ac:chgData name="Surovi, Agnila Ghosh" userId="55d7b2db-3a0f-421b-b43f-d2cf2b85e4e0" providerId="ADAL" clId="{9FECD0ED-F9A3-4309-B64A-BA5BF643B5C4}" dt="2023-09-12T19:23:57.315" v="2492" actId="1076"/>
          <ac:spMkLst>
            <pc:docMk/>
            <pc:sldMk cId="3518165027" sldId="256"/>
            <ac:spMk id="37" creationId="{827854B7-8337-BF54-E9AA-F6391BF1DBF1}"/>
          </ac:spMkLst>
        </pc:spChg>
        <pc:spChg chg="add mod">
          <ac:chgData name="Surovi, Agnila Ghosh" userId="55d7b2db-3a0f-421b-b43f-d2cf2b85e4e0" providerId="ADAL" clId="{9FECD0ED-F9A3-4309-B64A-BA5BF643B5C4}" dt="2023-09-12T19:23:43.964" v="2489" actId="14100"/>
          <ac:spMkLst>
            <pc:docMk/>
            <pc:sldMk cId="3518165027" sldId="256"/>
            <ac:spMk id="38" creationId="{0C642E29-E349-C25D-614E-7FE99F308C22}"/>
          </ac:spMkLst>
        </pc:spChg>
        <pc:spChg chg="add mod">
          <ac:chgData name="Surovi, Agnila Ghosh" userId="55d7b2db-3a0f-421b-b43f-d2cf2b85e4e0" providerId="ADAL" clId="{9FECD0ED-F9A3-4309-B64A-BA5BF643B5C4}" dt="2023-09-12T19:23:47.269" v="2490" actId="14100"/>
          <ac:spMkLst>
            <pc:docMk/>
            <pc:sldMk cId="3518165027" sldId="256"/>
            <ac:spMk id="40" creationId="{97346D46-C26D-3247-2E1F-43A19DB88001}"/>
          </ac:spMkLst>
        </pc:spChg>
        <pc:spChg chg="add mod">
          <ac:chgData name="Surovi, Agnila Ghosh" userId="55d7b2db-3a0f-421b-b43f-d2cf2b85e4e0" providerId="ADAL" clId="{9FECD0ED-F9A3-4309-B64A-BA5BF643B5C4}" dt="2023-09-12T20:30:00.771" v="3909" actId="14100"/>
          <ac:spMkLst>
            <pc:docMk/>
            <pc:sldMk cId="3518165027" sldId="256"/>
            <ac:spMk id="45" creationId="{ADB44222-57AA-4D0B-8198-BDB3D7BB76E7}"/>
          </ac:spMkLst>
        </pc:spChg>
        <pc:spChg chg="mod">
          <ac:chgData name="Surovi, Agnila Ghosh" userId="55d7b2db-3a0f-421b-b43f-d2cf2b85e4e0" providerId="ADAL" clId="{9FECD0ED-F9A3-4309-B64A-BA5BF643B5C4}" dt="2023-09-12T20:04:50.781" v="3403"/>
          <ac:spMkLst>
            <pc:docMk/>
            <pc:sldMk cId="3518165027" sldId="256"/>
            <ac:spMk id="74" creationId="{35048CB0-C9F1-8661-B454-A62215F9BECF}"/>
          </ac:spMkLst>
        </pc:spChg>
        <pc:spChg chg="add del mod">
          <ac:chgData name="Surovi, Agnila Ghosh" userId="55d7b2db-3a0f-421b-b43f-d2cf2b85e4e0" providerId="ADAL" clId="{9FECD0ED-F9A3-4309-B64A-BA5BF643B5C4}" dt="2023-09-12T20:07:35.569" v="3537" actId="478"/>
          <ac:spMkLst>
            <pc:docMk/>
            <pc:sldMk cId="3518165027" sldId="256"/>
            <ac:spMk id="77" creationId="{9FD41F57-D57F-81C4-F98F-8B5B276FD7E3}"/>
          </ac:spMkLst>
        </pc:spChg>
        <pc:spChg chg="mod">
          <ac:chgData name="Surovi, Agnila Ghosh" userId="55d7b2db-3a0f-421b-b43f-d2cf2b85e4e0" providerId="ADAL" clId="{9FECD0ED-F9A3-4309-B64A-BA5BF643B5C4}" dt="2023-09-12T20:07:34.878" v="3536" actId="1037"/>
          <ac:spMkLst>
            <pc:docMk/>
            <pc:sldMk cId="3518165027" sldId="256"/>
            <ac:spMk id="88" creationId="{52819D72-A1D1-DFD0-C308-54C366A2BCCE}"/>
          </ac:spMkLst>
        </pc:spChg>
        <pc:spChg chg="add mod">
          <ac:chgData name="Surovi, Agnila Ghosh" userId="55d7b2db-3a0f-421b-b43f-d2cf2b85e4e0" providerId="ADAL" clId="{9FECD0ED-F9A3-4309-B64A-BA5BF643B5C4}" dt="2023-09-12T20:13:59.578" v="3663" actId="164"/>
          <ac:spMkLst>
            <pc:docMk/>
            <pc:sldMk cId="3518165027" sldId="256"/>
            <ac:spMk id="98" creationId="{2B493DE8-C0C2-C4BA-DC66-08CDDEC35966}"/>
          </ac:spMkLst>
        </pc:spChg>
        <pc:spChg chg="mod">
          <ac:chgData name="Surovi, Agnila Ghosh" userId="55d7b2db-3a0f-421b-b43f-d2cf2b85e4e0" providerId="ADAL" clId="{9FECD0ED-F9A3-4309-B64A-BA5BF643B5C4}" dt="2023-09-12T20:36:45.031" v="3923" actId="14100"/>
          <ac:spMkLst>
            <pc:docMk/>
            <pc:sldMk cId="3518165027" sldId="256"/>
            <ac:spMk id="106" creationId="{C18D8EC5-2FA3-16CE-0536-ED873EE242CF}"/>
          </ac:spMkLst>
        </pc:spChg>
        <pc:spChg chg="mod">
          <ac:chgData name="Surovi, Agnila Ghosh" userId="55d7b2db-3a0f-421b-b43f-d2cf2b85e4e0" providerId="ADAL" clId="{9FECD0ED-F9A3-4309-B64A-BA5BF643B5C4}" dt="2023-09-12T20:20:52.626" v="3794" actId="1076"/>
          <ac:spMkLst>
            <pc:docMk/>
            <pc:sldMk cId="3518165027" sldId="256"/>
            <ac:spMk id="118" creationId="{17DF97D2-9166-3D15-8C2C-2B3C18E922DB}"/>
          </ac:spMkLst>
        </pc:spChg>
        <pc:spChg chg="mod">
          <ac:chgData name="Surovi, Agnila Ghosh" userId="55d7b2db-3a0f-421b-b43f-d2cf2b85e4e0" providerId="ADAL" clId="{9FECD0ED-F9A3-4309-B64A-BA5BF643B5C4}" dt="2023-09-12T20:19:39.162" v="3708"/>
          <ac:spMkLst>
            <pc:docMk/>
            <pc:sldMk cId="3518165027" sldId="256"/>
            <ac:spMk id="119" creationId="{36426681-FC80-B1B8-4A11-6EC4A36FFBFC}"/>
          </ac:spMkLst>
        </pc:spChg>
        <pc:spChg chg="mod">
          <ac:chgData name="Surovi, Agnila Ghosh" userId="55d7b2db-3a0f-421b-b43f-d2cf2b85e4e0" providerId="ADAL" clId="{9FECD0ED-F9A3-4309-B64A-BA5BF643B5C4}" dt="2023-09-12T20:29:10.570" v="3904" actId="1076"/>
          <ac:spMkLst>
            <pc:docMk/>
            <pc:sldMk cId="3518165027" sldId="256"/>
            <ac:spMk id="197" creationId="{B8758E8C-EE70-43E0-B6E8-2E14B5659F9C}"/>
          </ac:spMkLst>
        </pc:spChg>
        <pc:spChg chg="add del mod">
          <ac:chgData name="Surovi, Agnila Ghosh" userId="55d7b2db-3a0f-421b-b43f-d2cf2b85e4e0" providerId="ADAL" clId="{9FECD0ED-F9A3-4309-B64A-BA5BF643B5C4}" dt="2023-09-12T18:43:34.815" v="1962" actId="478"/>
          <ac:spMkLst>
            <pc:docMk/>
            <pc:sldMk cId="3518165027" sldId="256"/>
            <ac:spMk id="201" creationId="{8285EDB0-DD63-4BBE-9796-D95A9CDDFBA9}"/>
          </ac:spMkLst>
        </pc:spChg>
        <pc:spChg chg="mod">
          <ac:chgData name="Surovi, Agnila Ghosh" userId="55d7b2db-3a0f-421b-b43f-d2cf2b85e4e0" providerId="ADAL" clId="{9FECD0ED-F9A3-4309-B64A-BA5BF643B5C4}" dt="2023-09-12T20:27:30.576" v="3895" actId="255"/>
          <ac:spMkLst>
            <pc:docMk/>
            <pc:sldMk cId="3518165027" sldId="256"/>
            <ac:spMk id="214" creationId="{4DD9BACB-C492-488E-8560-160DDFF04719}"/>
          </ac:spMkLst>
        </pc:spChg>
        <pc:spChg chg="mod">
          <ac:chgData name="Surovi, Agnila Ghosh" userId="55d7b2db-3a0f-421b-b43f-d2cf2b85e4e0" providerId="ADAL" clId="{9FECD0ED-F9A3-4309-B64A-BA5BF643B5C4}" dt="2023-09-12T20:29:47.318" v="3907" actId="255"/>
          <ac:spMkLst>
            <pc:docMk/>
            <pc:sldMk cId="3518165027" sldId="256"/>
            <ac:spMk id="215" creationId="{42D09E87-CC16-46C3-8EFE-97E80EFDA468}"/>
          </ac:spMkLst>
        </pc:spChg>
        <pc:spChg chg="mod">
          <ac:chgData name="Surovi, Agnila Ghosh" userId="55d7b2db-3a0f-421b-b43f-d2cf2b85e4e0" providerId="ADAL" clId="{9FECD0ED-F9A3-4309-B64A-BA5BF643B5C4}" dt="2023-09-12T20:30:11.827" v="3911" actId="14100"/>
          <ac:spMkLst>
            <pc:docMk/>
            <pc:sldMk cId="3518165027" sldId="256"/>
            <ac:spMk id="216" creationId="{52398BE2-4AF1-4973-B7A4-AB17EA421365}"/>
          </ac:spMkLst>
        </pc:spChg>
        <pc:spChg chg="del mod">
          <ac:chgData name="Surovi, Agnila Ghosh" userId="55d7b2db-3a0f-421b-b43f-d2cf2b85e4e0" providerId="ADAL" clId="{9FECD0ED-F9A3-4309-B64A-BA5BF643B5C4}" dt="2023-09-12T12:06:24.438" v="2" actId="478"/>
          <ac:spMkLst>
            <pc:docMk/>
            <pc:sldMk cId="3518165027" sldId="256"/>
            <ac:spMk id="243" creationId="{7DDA3B18-ADA7-4A77-9C87-299F5FDE202A}"/>
          </ac:spMkLst>
        </pc:spChg>
        <pc:spChg chg="del">
          <ac:chgData name="Surovi, Agnila Ghosh" userId="55d7b2db-3a0f-421b-b43f-d2cf2b85e4e0" providerId="ADAL" clId="{9FECD0ED-F9A3-4309-B64A-BA5BF643B5C4}" dt="2023-09-12T12:06:28.520" v="3" actId="478"/>
          <ac:spMkLst>
            <pc:docMk/>
            <pc:sldMk cId="3518165027" sldId="256"/>
            <ac:spMk id="244" creationId="{6545271B-424B-4F2E-BC26-21D31217E40B}"/>
          </ac:spMkLst>
        </pc:spChg>
        <pc:spChg chg="mod">
          <ac:chgData name="Surovi, Agnila Ghosh" userId="55d7b2db-3a0f-421b-b43f-d2cf2b85e4e0" providerId="ADAL" clId="{9FECD0ED-F9A3-4309-B64A-BA5BF643B5C4}" dt="2023-09-12T19:24:05.044" v="2494" actId="1076"/>
          <ac:spMkLst>
            <pc:docMk/>
            <pc:sldMk cId="3518165027" sldId="256"/>
            <ac:spMk id="1298" creationId="{5717E816-CC47-7A26-F32F-0B36B44BBADB}"/>
          </ac:spMkLst>
        </pc:spChg>
        <pc:spChg chg="mod">
          <ac:chgData name="Surovi, Agnila Ghosh" userId="55d7b2db-3a0f-421b-b43f-d2cf2b85e4e0" providerId="ADAL" clId="{9FECD0ED-F9A3-4309-B64A-BA5BF643B5C4}" dt="2023-09-12T18:28:33.848" v="1715" actId="115"/>
          <ac:spMkLst>
            <pc:docMk/>
            <pc:sldMk cId="3518165027" sldId="256"/>
            <ac:spMk id="1320" creationId="{61A02942-2F5E-9742-FD4D-740CEFA7D717}"/>
          </ac:spMkLst>
        </pc:spChg>
        <pc:spChg chg="mod">
          <ac:chgData name="Surovi, Agnila Ghosh" userId="55d7b2db-3a0f-421b-b43f-d2cf2b85e4e0" providerId="ADAL" clId="{9FECD0ED-F9A3-4309-B64A-BA5BF643B5C4}" dt="2023-09-12T14:19:01.555" v="914" actId="208"/>
          <ac:spMkLst>
            <pc:docMk/>
            <pc:sldMk cId="3518165027" sldId="256"/>
            <ac:spMk id="1343" creationId="{9967F704-6665-7B61-C90F-FF9856120BD3}"/>
          </ac:spMkLst>
        </pc:spChg>
        <pc:spChg chg="mod">
          <ac:chgData name="Surovi, Agnila Ghosh" userId="55d7b2db-3a0f-421b-b43f-d2cf2b85e4e0" providerId="ADAL" clId="{9FECD0ED-F9A3-4309-B64A-BA5BF643B5C4}" dt="2023-09-12T13:51:18.846" v="514" actId="14100"/>
          <ac:spMkLst>
            <pc:docMk/>
            <pc:sldMk cId="3518165027" sldId="256"/>
            <ac:spMk id="1346" creationId="{324DB503-2193-C112-41F8-836DC6B11864}"/>
          </ac:spMkLst>
        </pc:spChg>
        <pc:spChg chg="mod">
          <ac:chgData name="Surovi, Agnila Ghosh" userId="55d7b2db-3a0f-421b-b43f-d2cf2b85e4e0" providerId="ADAL" clId="{9FECD0ED-F9A3-4309-B64A-BA5BF643B5C4}" dt="2023-09-12T14:16:28.280" v="890" actId="1076"/>
          <ac:spMkLst>
            <pc:docMk/>
            <pc:sldMk cId="3518165027" sldId="256"/>
            <ac:spMk id="1348" creationId="{5700504B-B273-22F1-6155-C8D1DF151E91}"/>
          </ac:spMkLst>
        </pc:spChg>
        <pc:spChg chg="mod">
          <ac:chgData name="Surovi, Agnila Ghosh" userId="55d7b2db-3a0f-421b-b43f-d2cf2b85e4e0" providerId="ADAL" clId="{9FECD0ED-F9A3-4309-B64A-BA5BF643B5C4}" dt="2023-09-12T14:16:38.760" v="892" actId="1076"/>
          <ac:spMkLst>
            <pc:docMk/>
            <pc:sldMk cId="3518165027" sldId="256"/>
            <ac:spMk id="1349" creationId="{EDAA6781-80CD-DBEC-A3C0-DAC1F64428A1}"/>
          </ac:spMkLst>
        </pc:spChg>
        <pc:spChg chg="mod">
          <ac:chgData name="Surovi, Agnila Ghosh" userId="55d7b2db-3a0f-421b-b43f-d2cf2b85e4e0" providerId="ADAL" clId="{9FECD0ED-F9A3-4309-B64A-BA5BF643B5C4}" dt="2023-09-12T14:16:51.040" v="894" actId="1076"/>
          <ac:spMkLst>
            <pc:docMk/>
            <pc:sldMk cId="3518165027" sldId="256"/>
            <ac:spMk id="1352" creationId="{044CBA26-7F05-C091-0DDB-5BDC1D1E4725}"/>
          </ac:spMkLst>
        </pc:spChg>
        <pc:spChg chg="add mod">
          <ac:chgData name="Surovi, Agnila Ghosh" userId="55d7b2db-3a0f-421b-b43f-d2cf2b85e4e0" providerId="ADAL" clId="{9FECD0ED-F9A3-4309-B64A-BA5BF643B5C4}" dt="2023-09-12T18:35:26.069" v="1826" actId="1076"/>
          <ac:spMkLst>
            <pc:docMk/>
            <pc:sldMk cId="3518165027" sldId="256"/>
            <ac:spMk id="1353" creationId="{2D1EFCD9-05FA-B3CD-FB55-54B3ED03ADB5}"/>
          </ac:spMkLst>
        </pc:spChg>
        <pc:spChg chg="mod">
          <ac:chgData name="Surovi, Agnila Ghosh" userId="55d7b2db-3a0f-421b-b43f-d2cf2b85e4e0" providerId="ADAL" clId="{9FECD0ED-F9A3-4309-B64A-BA5BF643B5C4}" dt="2023-09-12T14:17:04.246" v="896" actId="1076"/>
          <ac:spMkLst>
            <pc:docMk/>
            <pc:sldMk cId="3518165027" sldId="256"/>
            <ac:spMk id="1354" creationId="{403C0124-90BE-4832-F70C-D4369C3CF662}"/>
          </ac:spMkLst>
        </pc:spChg>
        <pc:spChg chg="mod">
          <ac:chgData name="Surovi, Agnila Ghosh" userId="55d7b2db-3a0f-421b-b43f-d2cf2b85e4e0" providerId="ADAL" clId="{9FECD0ED-F9A3-4309-B64A-BA5BF643B5C4}" dt="2023-09-12T14:17:26.158" v="900" actId="1076"/>
          <ac:spMkLst>
            <pc:docMk/>
            <pc:sldMk cId="3518165027" sldId="256"/>
            <ac:spMk id="1356" creationId="{7C778158-EA0F-F1BF-C5B6-D72CFCDBFFF5}"/>
          </ac:spMkLst>
        </pc:spChg>
        <pc:spChg chg="mod">
          <ac:chgData name="Surovi, Agnila Ghosh" userId="55d7b2db-3a0f-421b-b43f-d2cf2b85e4e0" providerId="ADAL" clId="{9FECD0ED-F9A3-4309-B64A-BA5BF643B5C4}" dt="2023-09-12T14:17:46.423" v="904" actId="1076"/>
          <ac:spMkLst>
            <pc:docMk/>
            <pc:sldMk cId="3518165027" sldId="256"/>
            <ac:spMk id="1358" creationId="{00C4B6DC-A951-078A-9752-578E588C632A}"/>
          </ac:spMkLst>
        </pc:spChg>
        <pc:spChg chg="add mod">
          <ac:chgData name="Surovi, Agnila Ghosh" userId="55d7b2db-3a0f-421b-b43f-d2cf2b85e4e0" providerId="ADAL" clId="{9FECD0ED-F9A3-4309-B64A-BA5BF643B5C4}" dt="2023-09-12T20:25:28.792" v="3873" actId="20577"/>
          <ac:spMkLst>
            <pc:docMk/>
            <pc:sldMk cId="3518165027" sldId="256"/>
            <ac:spMk id="1361" creationId="{B44EFEB9-1A9A-2283-7A53-4BCA7E43D48F}"/>
          </ac:spMkLst>
        </pc:spChg>
        <pc:spChg chg="mod">
          <ac:chgData name="Surovi, Agnila Ghosh" userId="55d7b2db-3a0f-421b-b43f-d2cf2b85e4e0" providerId="ADAL" clId="{9FECD0ED-F9A3-4309-B64A-BA5BF643B5C4}" dt="2023-09-12T14:17:50.655" v="905" actId="1076"/>
          <ac:spMkLst>
            <pc:docMk/>
            <pc:sldMk cId="3518165027" sldId="256"/>
            <ac:spMk id="1380" creationId="{A89CE369-4551-49B1-F27A-6661D57A1BED}"/>
          </ac:spMkLst>
        </pc:spChg>
        <pc:spChg chg="mod">
          <ac:chgData name="Surovi, Agnila Ghosh" userId="55d7b2db-3a0f-421b-b43f-d2cf2b85e4e0" providerId="ADAL" clId="{9FECD0ED-F9A3-4309-B64A-BA5BF643B5C4}" dt="2023-09-12T14:19:16.221" v="915" actId="1076"/>
          <ac:spMkLst>
            <pc:docMk/>
            <pc:sldMk cId="3518165027" sldId="256"/>
            <ac:spMk id="1387" creationId="{F1ACEBC3-32EA-09EA-7E14-6D707F7DEF7C}"/>
          </ac:spMkLst>
        </pc:spChg>
        <pc:spChg chg="add mod">
          <ac:chgData name="Surovi, Agnila Ghosh" userId="55d7b2db-3a0f-421b-b43f-d2cf2b85e4e0" providerId="ADAL" clId="{9FECD0ED-F9A3-4309-B64A-BA5BF643B5C4}" dt="2023-09-12T20:29:33.019" v="3906" actId="1076"/>
          <ac:spMkLst>
            <pc:docMk/>
            <pc:sldMk cId="3518165027" sldId="256"/>
            <ac:spMk id="1390" creationId="{E734C115-6430-BC3B-0C3A-E2205ED61365}"/>
          </ac:spMkLst>
        </pc:spChg>
        <pc:spChg chg="add mod">
          <ac:chgData name="Surovi, Agnila Ghosh" userId="55d7b2db-3a0f-421b-b43f-d2cf2b85e4e0" providerId="ADAL" clId="{9FECD0ED-F9A3-4309-B64A-BA5BF643B5C4}" dt="2023-09-12T20:30:32.865" v="3913" actId="20577"/>
          <ac:spMkLst>
            <pc:docMk/>
            <pc:sldMk cId="3518165027" sldId="256"/>
            <ac:spMk id="1394" creationId="{261F310F-90FF-CD98-87D9-97720C7E5AFB}"/>
          </ac:spMkLst>
        </pc:spChg>
        <pc:spChg chg="add del mod">
          <ac:chgData name="Surovi, Agnila Ghosh" userId="55d7b2db-3a0f-421b-b43f-d2cf2b85e4e0" providerId="ADAL" clId="{9FECD0ED-F9A3-4309-B64A-BA5BF643B5C4}" dt="2023-09-12T20:04:32.229" v="3400" actId="478"/>
          <ac:spMkLst>
            <pc:docMk/>
            <pc:sldMk cId="3518165027" sldId="256"/>
            <ac:spMk id="1396" creationId="{686DF3C4-A032-ED05-8608-9726E1FBFF31}"/>
          </ac:spMkLst>
        </pc:spChg>
        <pc:spChg chg="mod">
          <ac:chgData name="Surovi, Agnila Ghosh" userId="55d7b2db-3a0f-421b-b43f-d2cf2b85e4e0" providerId="ADAL" clId="{9FECD0ED-F9A3-4309-B64A-BA5BF643B5C4}" dt="2023-09-12T20:25:07.803" v="3867" actId="20577"/>
          <ac:spMkLst>
            <pc:docMk/>
            <pc:sldMk cId="3518165027" sldId="256"/>
            <ac:spMk id="1400" creationId="{6618EA60-2566-DC46-6BC6-278810E4C520}"/>
          </ac:spMkLst>
        </pc:spChg>
        <pc:spChg chg="add mod">
          <ac:chgData name="Surovi, Agnila Ghosh" userId="55d7b2db-3a0f-421b-b43f-d2cf2b85e4e0" providerId="ADAL" clId="{9FECD0ED-F9A3-4309-B64A-BA5BF643B5C4}" dt="2023-09-12T20:09:17.362" v="3551" actId="1076"/>
          <ac:spMkLst>
            <pc:docMk/>
            <pc:sldMk cId="3518165027" sldId="256"/>
            <ac:spMk id="1404" creationId="{432BE313-E01E-71FD-005B-DDA543DDEADC}"/>
          </ac:spMkLst>
        </pc:spChg>
        <pc:spChg chg="add mod">
          <ac:chgData name="Surovi, Agnila Ghosh" userId="55d7b2db-3a0f-421b-b43f-d2cf2b85e4e0" providerId="ADAL" clId="{9FECD0ED-F9A3-4309-B64A-BA5BF643B5C4}" dt="2023-09-12T20:14:12.292" v="3665" actId="14100"/>
          <ac:spMkLst>
            <pc:docMk/>
            <pc:sldMk cId="3518165027" sldId="256"/>
            <ac:spMk id="1405" creationId="{2B3C8764-6B17-906C-0EA5-50154FD91F12}"/>
          </ac:spMkLst>
        </pc:spChg>
        <pc:spChg chg="mod">
          <ac:chgData name="Surovi, Agnila Ghosh" userId="55d7b2db-3a0f-421b-b43f-d2cf2b85e4e0" providerId="ADAL" clId="{9FECD0ED-F9A3-4309-B64A-BA5BF643B5C4}" dt="2023-09-12T20:25:17.205" v="3869" actId="20577"/>
          <ac:spMkLst>
            <pc:docMk/>
            <pc:sldMk cId="3518165027" sldId="256"/>
            <ac:spMk id="1409" creationId="{82C851D2-17B1-63B0-9CCA-74E66764F95F}"/>
          </ac:spMkLst>
        </pc:spChg>
        <pc:spChg chg="mod">
          <ac:chgData name="Surovi, Agnila Ghosh" userId="55d7b2db-3a0f-421b-b43f-d2cf2b85e4e0" providerId="ADAL" clId="{9FECD0ED-F9A3-4309-B64A-BA5BF643B5C4}" dt="2023-09-12T14:10:55.821" v="785" actId="1037"/>
          <ac:spMkLst>
            <pc:docMk/>
            <pc:sldMk cId="3518165027" sldId="256"/>
            <ac:spMk id="1410" creationId="{E192DB0B-EEF1-08D1-A085-6B95A3E234A8}"/>
          </ac:spMkLst>
        </pc:spChg>
        <pc:spChg chg="mod">
          <ac:chgData name="Surovi, Agnila Ghosh" userId="55d7b2db-3a0f-421b-b43f-d2cf2b85e4e0" providerId="ADAL" clId="{9FECD0ED-F9A3-4309-B64A-BA5BF643B5C4}" dt="2023-09-12T13:54:59.439" v="566" actId="1076"/>
          <ac:spMkLst>
            <pc:docMk/>
            <pc:sldMk cId="3518165027" sldId="256"/>
            <ac:spMk id="1411" creationId="{9CD65740-3BDC-B682-5DFC-924C1B58C73F}"/>
          </ac:spMkLst>
        </pc:spChg>
        <pc:spChg chg="mod">
          <ac:chgData name="Surovi, Agnila Ghosh" userId="55d7b2db-3a0f-421b-b43f-d2cf2b85e4e0" providerId="ADAL" clId="{9FECD0ED-F9A3-4309-B64A-BA5BF643B5C4}" dt="2023-09-12T20:30:41.236" v="3915" actId="20577"/>
          <ac:spMkLst>
            <pc:docMk/>
            <pc:sldMk cId="3518165027" sldId="256"/>
            <ac:spMk id="1412" creationId="{F940B41B-4A6C-B587-820B-216B973DF295}"/>
          </ac:spMkLst>
        </pc:spChg>
        <pc:spChg chg="mod">
          <ac:chgData name="Surovi, Agnila Ghosh" userId="55d7b2db-3a0f-421b-b43f-d2cf2b85e4e0" providerId="ADAL" clId="{9FECD0ED-F9A3-4309-B64A-BA5BF643B5C4}" dt="2023-09-12T20:31:00.533" v="3917" actId="20577"/>
          <ac:spMkLst>
            <pc:docMk/>
            <pc:sldMk cId="3518165027" sldId="256"/>
            <ac:spMk id="1413" creationId="{E4AB8B59-9E24-C625-6831-076FA2526796}"/>
          </ac:spMkLst>
        </pc:spChg>
        <pc:spChg chg="mod">
          <ac:chgData name="Surovi, Agnila Ghosh" userId="55d7b2db-3a0f-421b-b43f-d2cf2b85e4e0" providerId="ADAL" clId="{9FECD0ED-F9A3-4309-B64A-BA5BF643B5C4}" dt="2023-09-12T14:13:54.686" v="880" actId="1037"/>
          <ac:spMkLst>
            <pc:docMk/>
            <pc:sldMk cId="3518165027" sldId="256"/>
            <ac:spMk id="1414" creationId="{5223B987-6B27-9ED8-8E0A-C174A2B83CEB}"/>
          </ac:spMkLst>
        </pc:spChg>
        <pc:spChg chg="mod">
          <ac:chgData name="Surovi, Agnila Ghosh" userId="55d7b2db-3a0f-421b-b43f-d2cf2b85e4e0" providerId="ADAL" clId="{9FECD0ED-F9A3-4309-B64A-BA5BF643B5C4}" dt="2023-09-12T14:13:16.612" v="799" actId="14100"/>
          <ac:spMkLst>
            <pc:docMk/>
            <pc:sldMk cId="3518165027" sldId="256"/>
            <ac:spMk id="1415" creationId="{FB766DAE-1412-1AA8-BE43-539E73C00568}"/>
          </ac:spMkLst>
        </pc:spChg>
        <pc:spChg chg="mod">
          <ac:chgData name="Surovi, Agnila Ghosh" userId="55d7b2db-3a0f-421b-b43f-d2cf2b85e4e0" providerId="ADAL" clId="{9FECD0ED-F9A3-4309-B64A-BA5BF643B5C4}" dt="2023-09-12T14:13:35.029" v="841" actId="1038"/>
          <ac:spMkLst>
            <pc:docMk/>
            <pc:sldMk cId="3518165027" sldId="256"/>
            <ac:spMk id="1416" creationId="{1CB15305-B7F0-484F-AFCF-315F34F65649}"/>
          </ac:spMkLst>
        </pc:spChg>
        <pc:spChg chg="mod">
          <ac:chgData name="Surovi, Agnila Ghosh" userId="55d7b2db-3a0f-421b-b43f-d2cf2b85e4e0" providerId="ADAL" clId="{9FECD0ED-F9A3-4309-B64A-BA5BF643B5C4}" dt="2023-09-12T20:25:24.002" v="3871" actId="20577"/>
          <ac:spMkLst>
            <pc:docMk/>
            <pc:sldMk cId="3518165027" sldId="256"/>
            <ac:spMk id="1417" creationId="{C3BDB7B6-6461-4A77-5FDD-508922CF981F}"/>
          </ac:spMkLst>
        </pc:spChg>
        <pc:spChg chg="mod">
          <ac:chgData name="Surovi, Agnila Ghosh" userId="55d7b2db-3a0f-421b-b43f-d2cf2b85e4e0" providerId="ADAL" clId="{9FECD0ED-F9A3-4309-B64A-BA5BF643B5C4}" dt="2023-09-12T19:57:07.139" v="3161" actId="1076"/>
          <ac:spMkLst>
            <pc:docMk/>
            <pc:sldMk cId="3518165027" sldId="256"/>
            <ac:spMk id="1422" creationId="{304A2032-366D-8B19-08BE-C89B7665011D}"/>
          </ac:spMkLst>
        </pc:spChg>
        <pc:spChg chg="mod">
          <ac:chgData name="Surovi, Agnila Ghosh" userId="55d7b2db-3a0f-421b-b43f-d2cf2b85e4e0" providerId="ADAL" clId="{9FECD0ED-F9A3-4309-B64A-BA5BF643B5C4}" dt="2023-09-12T19:44:55.283" v="2956" actId="1076"/>
          <ac:spMkLst>
            <pc:docMk/>
            <pc:sldMk cId="3518165027" sldId="256"/>
            <ac:spMk id="1441" creationId="{D165F359-5B95-2770-319C-B59465FDDB4D}"/>
          </ac:spMkLst>
        </pc:spChg>
        <pc:spChg chg="mod">
          <ac:chgData name="Surovi, Agnila Ghosh" userId="55d7b2db-3a0f-421b-b43f-d2cf2b85e4e0" providerId="ADAL" clId="{9FECD0ED-F9A3-4309-B64A-BA5BF643B5C4}" dt="2023-09-12T19:58:29.946" v="3299" actId="1076"/>
          <ac:spMkLst>
            <pc:docMk/>
            <pc:sldMk cId="3518165027" sldId="256"/>
            <ac:spMk id="1452" creationId="{A3E92878-394B-8F6F-82FF-6B4C424EEC6E}"/>
          </ac:spMkLst>
        </pc:spChg>
        <pc:spChg chg="mod">
          <ac:chgData name="Surovi, Agnila Ghosh" userId="55d7b2db-3a0f-421b-b43f-d2cf2b85e4e0" providerId="ADAL" clId="{9FECD0ED-F9A3-4309-B64A-BA5BF643B5C4}" dt="2023-09-12T20:00:09.043" v="3335" actId="1076"/>
          <ac:spMkLst>
            <pc:docMk/>
            <pc:sldMk cId="3518165027" sldId="256"/>
            <ac:spMk id="1461" creationId="{5A0EB2C2-9865-B444-DC10-6B2BE96953DE}"/>
          </ac:spMkLst>
        </pc:spChg>
        <pc:spChg chg="mod">
          <ac:chgData name="Surovi, Agnila Ghosh" userId="55d7b2db-3a0f-421b-b43f-d2cf2b85e4e0" providerId="ADAL" clId="{9FECD0ED-F9A3-4309-B64A-BA5BF643B5C4}" dt="2023-09-12T20:25:36.902" v="3875" actId="20577"/>
          <ac:spMkLst>
            <pc:docMk/>
            <pc:sldMk cId="3518165027" sldId="256"/>
            <ac:spMk id="1471" creationId="{B9A1BAC0-5740-EE6F-7ADC-3181F766D5D5}"/>
          </ac:spMkLst>
        </pc:spChg>
        <pc:spChg chg="mod">
          <ac:chgData name="Surovi, Agnila Ghosh" userId="55d7b2db-3a0f-421b-b43f-d2cf2b85e4e0" providerId="ADAL" clId="{9FECD0ED-F9A3-4309-B64A-BA5BF643B5C4}" dt="2023-09-12T20:25:42.738" v="3877" actId="20577"/>
          <ac:spMkLst>
            <pc:docMk/>
            <pc:sldMk cId="3518165027" sldId="256"/>
            <ac:spMk id="1472" creationId="{9560590A-43B5-EC53-43C6-03A20DA4BA01}"/>
          </ac:spMkLst>
        </pc:spChg>
        <pc:spChg chg="mod">
          <ac:chgData name="Surovi, Agnila Ghosh" userId="55d7b2db-3a0f-421b-b43f-d2cf2b85e4e0" providerId="ADAL" clId="{9FECD0ED-F9A3-4309-B64A-BA5BF643B5C4}" dt="2023-09-12T20:26:03.891" v="3885" actId="1076"/>
          <ac:spMkLst>
            <pc:docMk/>
            <pc:sldMk cId="3518165027" sldId="256"/>
            <ac:spMk id="1473" creationId="{80E8606C-AF21-E6D9-E4D7-71495EAC44BF}"/>
          </ac:spMkLst>
        </pc:spChg>
        <pc:spChg chg="mod">
          <ac:chgData name="Surovi, Agnila Ghosh" userId="55d7b2db-3a0f-421b-b43f-d2cf2b85e4e0" providerId="ADAL" clId="{9FECD0ED-F9A3-4309-B64A-BA5BF643B5C4}" dt="2023-09-12T20:26:11.596" v="3887" actId="20577"/>
          <ac:spMkLst>
            <pc:docMk/>
            <pc:sldMk cId="3518165027" sldId="256"/>
            <ac:spMk id="1474" creationId="{07A99F72-31E1-800B-976A-8A3F6F5F5857}"/>
          </ac:spMkLst>
        </pc:spChg>
        <pc:spChg chg="mod">
          <ac:chgData name="Surovi, Agnila Ghosh" userId="55d7b2db-3a0f-421b-b43f-d2cf2b85e4e0" providerId="ADAL" clId="{9FECD0ED-F9A3-4309-B64A-BA5BF643B5C4}" dt="2023-09-12T20:26:18.240" v="3889" actId="20577"/>
          <ac:spMkLst>
            <pc:docMk/>
            <pc:sldMk cId="3518165027" sldId="256"/>
            <ac:spMk id="1475" creationId="{24764F29-89DC-1F1B-225B-9E6A83D3C60E}"/>
          </ac:spMkLst>
        </pc:spChg>
        <pc:spChg chg="mod">
          <ac:chgData name="Surovi, Agnila Ghosh" userId="55d7b2db-3a0f-421b-b43f-d2cf2b85e4e0" providerId="ADAL" clId="{9FECD0ED-F9A3-4309-B64A-BA5BF643B5C4}" dt="2023-09-12T19:58:12.215" v="3297" actId="164"/>
          <ac:spMkLst>
            <pc:docMk/>
            <pc:sldMk cId="3518165027" sldId="256"/>
            <ac:spMk id="1477" creationId="{2CC57EBA-80A5-A43B-6DC3-F411AA77F8C9}"/>
          </ac:spMkLst>
        </pc:spChg>
        <pc:spChg chg="mod">
          <ac:chgData name="Surovi, Agnila Ghosh" userId="55d7b2db-3a0f-421b-b43f-d2cf2b85e4e0" providerId="ADAL" clId="{9FECD0ED-F9A3-4309-B64A-BA5BF643B5C4}" dt="2023-09-12T20:22:34.555" v="3853" actId="1076"/>
          <ac:spMkLst>
            <pc:docMk/>
            <pc:sldMk cId="3518165027" sldId="256"/>
            <ac:spMk id="1478" creationId="{953A0FA3-069E-FB1F-E688-3014C3C1B72D}"/>
          </ac:spMkLst>
        </pc:spChg>
        <pc:spChg chg="mod">
          <ac:chgData name="Surovi, Agnila Ghosh" userId="55d7b2db-3a0f-421b-b43f-d2cf2b85e4e0" providerId="ADAL" clId="{9FECD0ED-F9A3-4309-B64A-BA5BF643B5C4}" dt="2023-09-12T20:23:46.819" v="3863" actId="1076"/>
          <ac:spMkLst>
            <pc:docMk/>
            <pc:sldMk cId="3518165027" sldId="256"/>
            <ac:spMk id="1480" creationId="{F4B58B2D-150A-67DB-496E-629967C28B2E}"/>
          </ac:spMkLst>
        </pc:spChg>
        <pc:spChg chg="mod">
          <ac:chgData name="Surovi, Agnila Ghosh" userId="55d7b2db-3a0f-421b-b43f-d2cf2b85e4e0" providerId="ADAL" clId="{9FECD0ED-F9A3-4309-B64A-BA5BF643B5C4}" dt="2023-09-12T19:57:49.644" v="3295" actId="164"/>
          <ac:spMkLst>
            <pc:docMk/>
            <pc:sldMk cId="3518165027" sldId="256"/>
            <ac:spMk id="1481" creationId="{025F3A18-BBC7-F840-E389-B966935BCBD0}"/>
          </ac:spMkLst>
        </pc:spChg>
        <pc:spChg chg="mod">
          <ac:chgData name="Surovi, Agnila Ghosh" userId="55d7b2db-3a0f-421b-b43f-d2cf2b85e4e0" providerId="ADAL" clId="{9FECD0ED-F9A3-4309-B64A-BA5BF643B5C4}" dt="2023-09-12T20:26:25" v="3891" actId="20577"/>
          <ac:spMkLst>
            <pc:docMk/>
            <pc:sldMk cId="3518165027" sldId="256"/>
            <ac:spMk id="1482" creationId="{AE856FAA-5F33-5455-474D-578C5E1B77EA}"/>
          </ac:spMkLst>
        </pc:spChg>
        <pc:spChg chg="mod">
          <ac:chgData name="Surovi, Agnila Ghosh" userId="55d7b2db-3a0f-421b-b43f-d2cf2b85e4e0" providerId="ADAL" clId="{9FECD0ED-F9A3-4309-B64A-BA5BF643B5C4}" dt="2023-09-12T20:26:29.671" v="3893" actId="20577"/>
          <ac:spMkLst>
            <pc:docMk/>
            <pc:sldMk cId="3518165027" sldId="256"/>
            <ac:spMk id="1483" creationId="{F1223E81-1328-5CFD-ED14-E51AA8C2D5CB}"/>
          </ac:spMkLst>
        </pc:spChg>
        <pc:grpChg chg="mod">
          <ac:chgData name="Surovi, Agnila Ghosh" userId="55d7b2db-3a0f-421b-b43f-d2cf2b85e4e0" providerId="ADAL" clId="{9FECD0ED-F9A3-4309-B64A-BA5BF643B5C4}" dt="2023-09-12T20:36:32.682" v="3921" actId="1076"/>
          <ac:grpSpMkLst>
            <pc:docMk/>
            <pc:sldMk cId="3518165027" sldId="256"/>
            <ac:grpSpMk id="2" creationId="{B9AE25E2-9033-4C8C-9933-4CF1A12526CF}"/>
          </ac:grpSpMkLst>
        </pc:grpChg>
        <pc:grpChg chg="mod">
          <ac:chgData name="Surovi, Agnila Ghosh" userId="55d7b2db-3a0f-421b-b43f-d2cf2b85e4e0" providerId="ADAL" clId="{9FECD0ED-F9A3-4309-B64A-BA5BF643B5C4}" dt="2023-09-12T19:43:38.140" v="2906" actId="1076"/>
          <ac:grpSpMkLst>
            <pc:docMk/>
            <pc:sldMk cId="3518165027" sldId="256"/>
            <ac:grpSpMk id="47" creationId="{4A99FD70-508A-4D8B-ADB0-647A85F34FA2}"/>
          </ac:grpSpMkLst>
        </pc:grpChg>
        <pc:grpChg chg="add mod">
          <ac:chgData name="Surovi, Agnila Ghosh" userId="55d7b2db-3a0f-421b-b43f-d2cf2b85e4e0" providerId="ADAL" clId="{9FECD0ED-F9A3-4309-B64A-BA5BF643B5C4}" dt="2023-09-12T19:58:22.434" v="3298" actId="1076"/>
          <ac:grpSpMkLst>
            <pc:docMk/>
            <pc:sldMk cId="3518165027" sldId="256"/>
            <ac:grpSpMk id="64" creationId="{D8D928FA-E4FF-488B-B2DD-B143D32A4C1D}"/>
          </ac:grpSpMkLst>
        </pc:grpChg>
        <pc:grpChg chg="add mod">
          <ac:chgData name="Surovi, Agnila Ghosh" userId="55d7b2db-3a0f-421b-b43f-d2cf2b85e4e0" providerId="ADAL" clId="{9FECD0ED-F9A3-4309-B64A-BA5BF643B5C4}" dt="2023-09-12T20:00:26.993" v="3338" actId="1076"/>
          <ac:grpSpMkLst>
            <pc:docMk/>
            <pc:sldMk cId="3518165027" sldId="256"/>
            <ac:grpSpMk id="65" creationId="{EF28B307-E719-F1C2-EC4D-5C21ABFE961C}"/>
          </ac:grpSpMkLst>
        </pc:grpChg>
        <pc:grpChg chg="add del mod">
          <ac:chgData name="Surovi, Agnila Ghosh" userId="55d7b2db-3a0f-421b-b43f-d2cf2b85e4e0" providerId="ADAL" clId="{9FECD0ED-F9A3-4309-B64A-BA5BF643B5C4}" dt="2023-09-12T20:07:45.172" v="3539" actId="478"/>
          <ac:grpSpMkLst>
            <pc:docMk/>
            <pc:sldMk cId="3518165027" sldId="256"/>
            <ac:grpSpMk id="73" creationId="{5E21A659-725E-0565-805A-48F755C96C53}"/>
          </ac:grpSpMkLst>
        </pc:grpChg>
        <pc:grpChg chg="add mod">
          <ac:chgData name="Surovi, Agnila Ghosh" userId="55d7b2db-3a0f-421b-b43f-d2cf2b85e4e0" providerId="ADAL" clId="{9FECD0ED-F9A3-4309-B64A-BA5BF643B5C4}" dt="2023-09-12T20:14:25.705" v="3667" actId="1076"/>
          <ac:grpSpMkLst>
            <pc:docMk/>
            <pc:sldMk cId="3518165027" sldId="256"/>
            <ac:grpSpMk id="108" creationId="{A4784C6B-0799-8544-C20E-4CC6BCAABFB8}"/>
          </ac:grpSpMkLst>
        </pc:grpChg>
        <pc:grpChg chg="add mod">
          <ac:chgData name="Surovi, Agnila Ghosh" userId="55d7b2db-3a0f-421b-b43f-d2cf2b85e4e0" providerId="ADAL" clId="{9FECD0ED-F9A3-4309-B64A-BA5BF643B5C4}" dt="2023-09-12T20:20:47.835" v="3793" actId="1076"/>
          <ac:grpSpMkLst>
            <pc:docMk/>
            <pc:sldMk cId="3518165027" sldId="256"/>
            <ac:grpSpMk id="117" creationId="{31DE12F7-6FB8-0C44-E310-988DD3922588}"/>
          </ac:grpSpMkLst>
        </pc:grpChg>
        <pc:grpChg chg="del">
          <ac:chgData name="Surovi, Agnila Ghosh" userId="55d7b2db-3a0f-421b-b43f-d2cf2b85e4e0" providerId="ADAL" clId="{9FECD0ED-F9A3-4309-B64A-BA5BF643B5C4}" dt="2023-09-12T12:06:15.845" v="0" actId="478"/>
          <ac:grpSpMkLst>
            <pc:docMk/>
            <pc:sldMk cId="3518165027" sldId="256"/>
            <ac:grpSpMk id="217" creationId="{7E01D32A-D793-4FCA-988B-74C216839907}"/>
          </ac:grpSpMkLst>
        </pc:grpChg>
        <pc:grpChg chg="mod">
          <ac:chgData name="Surovi, Agnila Ghosh" userId="55d7b2db-3a0f-421b-b43f-d2cf2b85e4e0" providerId="ADAL" clId="{9FECD0ED-F9A3-4309-B64A-BA5BF643B5C4}" dt="2023-09-12T20:32:42.797" v="3920" actId="1076"/>
          <ac:grpSpMkLst>
            <pc:docMk/>
            <pc:sldMk cId="3518165027" sldId="256"/>
            <ac:grpSpMk id="1329" creationId="{28CF451D-A8EC-402F-A6C8-ED6ADBBC7370}"/>
          </ac:grpSpMkLst>
        </pc:grpChg>
        <pc:grpChg chg="add mod">
          <ac:chgData name="Surovi, Agnila Ghosh" userId="55d7b2db-3a0f-421b-b43f-d2cf2b85e4e0" providerId="ADAL" clId="{9FECD0ED-F9A3-4309-B64A-BA5BF643B5C4}" dt="2023-09-12T18:52:18.024" v="2064" actId="164"/>
          <ac:grpSpMkLst>
            <pc:docMk/>
            <pc:sldMk cId="3518165027" sldId="256"/>
            <ac:grpSpMk id="1381" creationId="{C07F521F-9A00-BC97-9508-2FC52AE93FD0}"/>
          </ac:grpSpMkLst>
        </pc:grpChg>
        <pc:grpChg chg="add mod">
          <ac:chgData name="Surovi, Agnila Ghosh" userId="55d7b2db-3a0f-421b-b43f-d2cf2b85e4e0" providerId="ADAL" clId="{9FECD0ED-F9A3-4309-B64A-BA5BF643B5C4}" dt="2023-09-12T18:49:44.178" v="2030" actId="164"/>
          <ac:grpSpMkLst>
            <pc:docMk/>
            <pc:sldMk cId="3518165027" sldId="256"/>
            <ac:grpSpMk id="1383" creationId="{F78842FC-601A-CD5F-87A3-75797E6E18AC}"/>
          </ac:grpSpMkLst>
        </pc:grpChg>
        <pc:grpChg chg="add mod">
          <ac:chgData name="Surovi, Agnila Ghosh" userId="55d7b2db-3a0f-421b-b43f-d2cf2b85e4e0" providerId="ADAL" clId="{9FECD0ED-F9A3-4309-B64A-BA5BF643B5C4}" dt="2023-09-12T19:24:19.212" v="2496" actId="1076"/>
          <ac:grpSpMkLst>
            <pc:docMk/>
            <pc:sldMk cId="3518165027" sldId="256"/>
            <ac:grpSpMk id="1385" creationId="{86900145-749C-7DFE-DCB6-FF5F48AE2F91}"/>
          </ac:grpSpMkLst>
        </pc:grpChg>
        <pc:grpChg chg="add mod">
          <ac:chgData name="Surovi, Agnila Ghosh" userId="55d7b2db-3a0f-421b-b43f-d2cf2b85e4e0" providerId="ADAL" clId="{9FECD0ED-F9A3-4309-B64A-BA5BF643B5C4}" dt="2023-09-12T19:57:59.459" v="3296" actId="1076"/>
          <ac:grpSpMkLst>
            <pc:docMk/>
            <pc:sldMk cId="3518165027" sldId="256"/>
            <ac:grpSpMk id="1407" creationId="{250FC90D-1DE2-C32D-A3A1-DEDF75F3A422}"/>
          </ac:grpSpMkLst>
        </pc:grpChg>
        <pc:grpChg chg="del mod">
          <ac:chgData name="Surovi, Agnila Ghosh" userId="55d7b2db-3a0f-421b-b43f-d2cf2b85e4e0" providerId="ADAL" clId="{9FECD0ED-F9A3-4309-B64A-BA5BF643B5C4}" dt="2023-09-12T17:55:29.833" v="1237" actId="478"/>
          <ac:grpSpMkLst>
            <pc:docMk/>
            <pc:sldMk cId="3518165027" sldId="256"/>
            <ac:grpSpMk id="1418" creationId="{8A982960-8088-E74E-177F-4071B2CB487A}"/>
          </ac:grpSpMkLst>
        </pc:grpChg>
        <pc:grpChg chg="mod">
          <ac:chgData name="Surovi, Agnila Ghosh" userId="55d7b2db-3a0f-421b-b43f-d2cf2b85e4e0" providerId="ADAL" clId="{9FECD0ED-F9A3-4309-B64A-BA5BF643B5C4}" dt="2023-09-12T14:13:24.395" v="800" actId="1076"/>
          <ac:grpSpMkLst>
            <pc:docMk/>
            <pc:sldMk cId="3518165027" sldId="256"/>
            <ac:grpSpMk id="1419" creationId="{4D8C2D2B-D6E1-73DE-20BB-E27FB967FA8E}"/>
          </ac:grpSpMkLst>
        </pc:grpChg>
        <pc:grpChg chg="del mod">
          <ac:chgData name="Surovi, Agnila Ghosh" userId="55d7b2db-3a0f-421b-b43f-d2cf2b85e4e0" providerId="ADAL" clId="{9FECD0ED-F9A3-4309-B64A-BA5BF643B5C4}" dt="2023-09-12T20:10:02.410" v="3553" actId="478"/>
          <ac:grpSpMkLst>
            <pc:docMk/>
            <pc:sldMk cId="3518165027" sldId="256"/>
            <ac:grpSpMk id="1438" creationId="{D2464032-8ADB-13DE-829F-F7148E1DF66E}"/>
          </ac:grpSpMkLst>
        </pc:grpChg>
        <pc:graphicFrameChg chg="add mod modGraphic">
          <ac:chgData name="Surovi, Agnila Ghosh" userId="55d7b2db-3a0f-421b-b43f-d2cf2b85e4e0" providerId="ADAL" clId="{9FECD0ED-F9A3-4309-B64A-BA5BF643B5C4}" dt="2023-09-12T18:41:16.742" v="1945" actId="1076"/>
          <ac:graphicFrameMkLst>
            <pc:docMk/>
            <pc:sldMk cId="3518165027" sldId="256"/>
            <ac:graphicFrameMk id="46" creationId="{FEAD2FCA-F152-57C2-8379-C5209AA16173}"/>
          </ac:graphicFrameMkLst>
        </pc:graphicFrameChg>
        <pc:graphicFrameChg chg="add del mod">
          <ac:chgData name="Surovi, Agnila Ghosh" userId="55d7b2db-3a0f-421b-b43f-d2cf2b85e4e0" providerId="ADAL" clId="{9FECD0ED-F9A3-4309-B64A-BA5BF643B5C4}" dt="2023-09-12T14:07:57.902" v="694" actId="478"/>
          <ac:graphicFrameMkLst>
            <pc:docMk/>
            <pc:sldMk cId="3518165027" sldId="256"/>
            <ac:graphicFrameMk id="59" creationId="{8D91E6D0-5621-42CC-9776-64880CCCB979}"/>
          </ac:graphicFrameMkLst>
        </pc:graphicFrameChg>
        <pc:graphicFrameChg chg="add del mod">
          <ac:chgData name="Surovi, Agnila Ghosh" userId="55d7b2db-3a0f-421b-b43f-d2cf2b85e4e0" providerId="ADAL" clId="{9FECD0ED-F9A3-4309-B64A-BA5BF643B5C4}" dt="2023-09-12T18:43:45.234" v="1965" actId="478"/>
          <ac:graphicFrameMkLst>
            <pc:docMk/>
            <pc:sldMk cId="3518165027" sldId="256"/>
            <ac:graphicFrameMk id="198" creationId="{88DBE105-A273-41A6-87A7-8F94E9A5491B}"/>
          </ac:graphicFrameMkLst>
        </pc:graphicFrameChg>
        <pc:graphicFrameChg chg="mod modGraphic">
          <ac:chgData name="Surovi, Agnila Ghosh" userId="55d7b2db-3a0f-421b-b43f-d2cf2b85e4e0" providerId="ADAL" clId="{9FECD0ED-F9A3-4309-B64A-BA5BF643B5C4}" dt="2023-09-12T18:40:40.213" v="1943" actId="1076"/>
          <ac:graphicFrameMkLst>
            <pc:docMk/>
            <pc:sldMk cId="3518165027" sldId="256"/>
            <ac:graphicFrameMk id="200" creationId="{0FFAF8D0-F4BF-456C-8277-02032BD55A76}"/>
          </ac:graphicFrameMkLst>
        </pc:graphicFrameChg>
        <pc:graphicFrameChg chg="mod modGraphic">
          <ac:chgData name="Surovi, Agnila Ghosh" userId="55d7b2db-3a0f-421b-b43f-d2cf2b85e4e0" providerId="ADAL" clId="{9FECD0ED-F9A3-4309-B64A-BA5BF643B5C4}" dt="2023-09-12T18:40:31.853" v="1942" actId="1076"/>
          <ac:graphicFrameMkLst>
            <pc:docMk/>
            <pc:sldMk cId="3518165027" sldId="256"/>
            <ac:graphicFrameMk id="208" creationId="{ACDEB4B9-1258-43C7-831D-92A4505C4EEB}"/>
          </ac:graphicFrameMkLst>
        </pc:graphicFrameChg>
        <pc:graphicFrameChg chg="mod modGraphic">
          <ac:chgData name="Surovi, Agnila Ghosh" userId="55d7b2db-3a0f-421b-b43f-d2cf2b85e4e0" providerId="ADAL" clId="{9FECD0ED-F9A3-4309-B64A-BA5BF643B5C4}" dt="2023-09-12T18:53:05.351" v="2068" actId="207"/>
          <ac:graphicFrameMkLst>
            <pc:docMk/>
            <pc:sldMk cId="3518165027" sldId="256"/>
            <ac:graphicFrameMk id="211" creationId="{5703DCF8-4E15-41CC-9C67-90084C7899B3}"/>
          </ac:graphicFrameMkLst>
        </pc:graphicFrameChg>
        <pc:graphicFrameChg chg="mod modGraphic">
          <ac:chgData name="Surovi, Agnila Ghosh" userId="55d7b2db-3a0f-421b-b43f-d2cf2b85e4e0" providerId="ADAL" clId="{9FECD0ED-F9A3-4309-B64A-BA5BF643B5C4}" dt="2023-09-12T18:19:33.262" v="1505" actId="1076"/>
          <ac:graphicFrameMkLst>
            <pc:docMk/>
            <pc:sldMk cId="3518165027" sldId="256"/>
            <ac:graphicFrameMk id="1341" creationId="{EE58CC8B-68EC-45DA-121D-178B43E140EE}"/>
          </ac:graphicFrameMkLst>
        </pc:graphicFrameChg>
        <pc:graphicFrameChg chg="add mod">
          <ac:chgData name="Surovi, Agnila Ghosh" userId="55d7b2db-3a0f-421b-b43f-d2cf2b85e4e0" providerId="ADAL" clId="{9FECD0ED-F9A3-4309-B64A-BA5BF643B5C4}" dt="2023-09-12T19:26:30.364" v="2616" actId="1076"/>
          <ac:graphicFrameMkLst>
            <pc:docMk/>
            <pc:sldMk cId="3518165027" sldId="256"/>
            <ac:graphicFrameMk id="1388" creationId="{0191620F-717A-173B-35CA-8B69576D08B1}"/>
          </ac:graphicFrameMkLst>
        </pc:graphicFrameChg>
        <pc:graphicFrameChg chg="add del mod">
          <ac:chgData name="Surovi, Agnila Ghosh" userId="55d7b2db-3a0f-421b-b43f-d2cf2b85e4e0" providerId="ADAL" clId="{9FECD0ED-F9A3-4309-B64A-BA5BF643B5C4}" dt="2023-09-12T19:01:48.262" v="2127" actId="478"/>
          <ac:graphicFrameMkLst>
            <pc:docMk/>
            <pc:sldMk cId="3518165027" sldId="256"/>
            <ac:graphicFrameMk id="1389" creationId="{2460E723-583A-09DF-5B85-4B2E91DF939E}"/>
          </ac:graphicFrameMkLst>
        </pc:graphicFrameChg>
        <pc:graphicFrameChg chg="mod modGraphic">
          <ac:chgData name="Surovi, Agnila Ghosh" userId="55d7b2db-3a0f-421b-b43f-d2cf2b85e4e0" providerId="ADAL" clId="{9FECD0ED-F9A3-4309-B64A-BA5BF643B5C4}" dt="2023-09-12T18:31:34.654" v="1793" actId="1076"/>
          <ac:graphicFrameMkLst>
            <pc:docMk/>
            <pc:sldMk cId="3518165027" sldId="256"/>
            <ac:graphicFrameMk id="1391" creationId="{BB44E820-1D85-2721-4EEF-527D90ECA915}"/>
          </ac:graphicFrameMkLst>
        </pc:graphicFrameChg>
        <pc:graphicFrameChg chg="add del mod modGraphic">
          <ac:chgData name="Surovi, Agnila Ghosh" userId="55d7b2db-3a0f-421b-b43f-d2cf2b85e4e0" providerId="ADAL" clId="{9FECD0ED-F9A3-4309-B64A-BA5BF643B5C4}" dt="2023-09-12T19:16:16.469" v="2285" actId="478"/>
          <ac:graphicFrameMkLst>
            <pc:docMk/>
            <pc:sldMk cId="3518165027" sldId="256"/>
            <ac:graphicFrameMk id="1392" creationId="{497CB91C-3EE8-A5FE-C2CB-142F439231AC}"/>
          </ac:graphicFrameMkLst>
        </pc:graphicFrameChg>
        <pc:graphicFrameChg chg="add mod modGraphic">
          <ac:chgData name="Surovi, Agnila Ghosh" userId="55d7b2db-3a0f-421b-b43f-d2cf2b85e4e0" providerId="ADAL" clId="{9FECD0ED-F9A3-4309-B64A-BA5BF643B5C4}" dt="2023-09-12T19:26:48.816" v="2617" actId="207"/>
          <ac:graphicFrameMkLst>
            <pc:docMk/>
            <pc:sldMk cId="3518165027" sldId="256"/>
            <ac:graphicFrameMk id="1393" creationId="{703A0E0B-EC16-B6C0-4DCF-638C5C776ECC}"/>
          </ac:graphicFrameMkLst>
        </pc:graphicFrameChg>
        <pc:graphicFrameChg chg="add del mod">
          <ac:chgData name="Surovi, Agnila Ghosh" userId="55d7b2db-3a0f-421b-b43f-d2cf2b85e4e0" providerId="ADAL" clId="{9FECD0ED-F9A3-4309-B64A-BA5BF643B5C4}" dt="2023-09-12T19:48:47.531" v="3098" actId="478"/>
          <ac:graphicFrameMkLst>
            <pc:docMk/>
            <pc:sldMk cId="3518165027" sldId="256"/>
            <ac:graphicFrameMk id="1398" creationId="{05228920-A20D-436F-A2F5-CD36B0E750B1}"/>
          </ac:graphicFrameMkLst>
        </pc:graphicFrameChg>
        <pc:graphicFrameChg chg="add mod">
          <ac:chgData name="Surovi, Agnila Ghosh" userId="55d7b2db-3a0f-421b-b43f-d2cf2b85e4e0" providerId="ADAL" clId="{9FECD0ED-F9A3-4309-B64A-BA5BF643B5C4}" dt="2023-09-12T19:56:23.250" v="3156"/>
          <ac:graphicFrameMkLst>
            <pc:docMk/>
            <pc:sldMk cId="3518165027" sldId="256"/>
            <ac:graphicFrameMk id="1403" creationId="{8C3EC927-0A6C-416F-86B8-BBBAD40F9523}"/>
          </ac:graphicFrameMkLst>
        </pc:graphicFrameChg>
        <pc:picChg chg="del mod">
          <ac:chgData name="Surovi, Agnila Ghosh" userId="55d7b2db-3a0f-421b-b43f-d2cf2b85e4e0" providerId="ADAL" clId="{9FECD0ED-F9A3-4309-B64A-BA5BF643B5C4}" dt="2023-09-12T14:07:38.460" v="691" actId="478"/>
          <ac:picMkLst>
            <pc:docMk/>
            <pc:sldMk cId="3518165027" sldId="256"/>
            <ac:picMk id="48" creationId="{B378F3C4-F3D0-A727-356E-49FD04494916}"/>
          </ac:picMkLst>
        </pc:picChg>
        <pc:picChg chg="del mod">
          <ac:chgData name="Surovi, Agnila Ghosh" userId="55d7b2db-3a0f-421b-b43f-d2cf2b85e4e0" providerId="ADAL" clId="{9FECD0ED-F9A3-4309-B64A-BA5BF643B5C4}" dt="2023-09-12T14:06:40.085" v="661" actId="478"/>
          <ac:picMkLst>
            <pc:docMk/>
            <pc:sldMk cId="3518165027" sldId="256"/>
            <ac:picMk id="57" creationId="{C99E155D-E76F-07A6-69C2-591815171C61}"/>
          </ac:picMkLst>
        </pc:picChg>
        <pc:picChg chg="mod">
          <ac:chgData name="Surovi, Agnila Ghosh" userId="55d7b2db-3a0f-421b-b43f-d2cf2b85e4e0" providerId="ADAL" clId="{9FECD0ED-F9A3-4309-B64A-BA5BF643B5C4}" dt="2023-09-12T14:07:33.049" v="690" actId="1037"/>
          <ac:picMkLst>
            <pc:docMk/>
            <pc:sldMk cId="3518165027" sldId="256"/>
            <ac:picMk id="58" creationId="{679ABE42-E937-6845-975A-6EE04775E44C}"/>
          </ac:picMkLst>
        </pc:picChg>
        <pc:picChg chg="mod">
          <ac:chgData name="Surovi, Agnila Ghosh" userId="55d7b2db-3a0f-421b-b43f-d2cf2b85e4e0" providerId="ADAL" clId="{9FECD0ED-F9A3-4309-B64A-BA5BF643B5C4}" dt="2023-09-12T14:08:33.691" v="714" actId="1037"/>
          <ac:picMkLst>
            <pc:docMk/>
            <pc:sldMk cId="3518165027" sldId="256"/>
            <ac:picMk id="60" creationId="{C971ECDF-5275-7453-14A6-E387099F7EAF}"/>
          </ac:picMkLst>
        </pc:picChg>
        <pc:picChg chg="del mod">
          <ac:chgData name="Surovi, Agnila Ghosh" userId="55d7b2db-3a0f-421b-b43f-d2cf2b85e4e0" providerId="ADAL" clId="{9FECD0ED-F9A3-4309-B64A-BA5BF643B5C4}" dt="2023-09-12T20:10:06.813" v="3554" actId="478"/>
          <ac:picMkLst>
            <pc:docMk/>
            <pc:sldMk cId="3518165027" sldId="256"/>
            <ac:picMk id="69" creationId="{36D8D133-E7B6-E785-9AFC-8856472E0F82}"/>
          </ac:picMkLst>
        </pc:picChg>
        <pc:picChg chg="mod">
          <ac:chgData name="Surovi, Agnila Ghosh" userId="55d7b2db-3a0f-421b-b43f-d2cf2b85e4e0" providerId="ADAL" clId="{9FECD0ED-F9A3-4309-B64A-BA5BF643B5C4}" dt="2023-09-12T20:12:14.281" v="3617" actId="1038"/>
          <ac:picMkLst>
            <pc:docMk/>
            <pc:sldMk cId="3518165027" sldId="256"/>
            <ac:picMk id="103" creationId="{81DE694C-510B-B0AC-E108-0C12B7E49EDE}"/>
          </ac:picMkLst>
        </pc:picChg>
        <pc:picChg chg="mod">
          <ac:chgData name="Surovi, Agnila Ghosh" userId="55d7b2db-3a0f-421b-b43f-d2cf2b85e4e0" providerId="ADAL" clId="{9FECD0ED-F9A3-4309-B64A-BA5BF643B5C4}" dt="2023-09-12T20:20:35.917" v="3792" actId="1037"/>
          <ac:picMkLst>
            <pc:docMk/>
            <pc:sldMk cId="3518165027" sldId="256"/>
            <ac:picMk id="111" creationId="{7BED60CA-75C9-1709-AE7F-5B03BCC2C3ED}"/>
          </ac:picMkLst>
        </pc:picChg>
        <pc:picChg chg="mod">
          <ac:chgData name="Surovi, Agnila Ghosh" userId="55d7b2db-3a0f-421b-b43f-d2cf2b85e4e0" providerId="ADAL" clId="{9FECD0ED-F9A3-4309-B64A-BA5BF643B5C4}" dt="2023-09-12T20:21:25.699" v="3841" actId="1038"/>
          <ac:picMkLst>
            <pc:docMk/>
            <pc:sldMk cId="3518165027" sldId="256"/>
            <ac:picMk id="122" creationId="{D4194F80-DF36-9345-57E3-96E7CF7AEC30}"/>
          </ac:picMkLst>
        </pc:picChg>
        <pc:picChg chg="mod">
          <ac:chgData name="Surovi, Agnila Ghosh" userId="55d7b2db-3a0f-421b-b43f-d2cf2b85e4e0" providerId="ADAL" clId="{9FECD0ED-F9A3-4309-B64A-BA5BF643B5C4}" dt="2023-09-12T18:52:18.024" v="2064" actId="164"/>
          <ac:picMkLst>
            <pc:docMk/>
            <pc:sldMk cId="3518165027" sldId="256"/>
            <ac:picMk id="1290" creationId="{0F9F5EBE-8A44-6E28-529A-BCF339963501}"/>
          </ac:picMkLst>
        </pc:picChg>
        <pc:picChg chg="add mod">
          <ac:chgData name="Surovi, Agnila Ghosh" userId="55d7b2db-3a0f-421b-b43f-d2cf2b85e4e0" providerId="ADAL" clId="{9FECD0ED-F9A3-4309-B64A-BA5BF643B5C4}" dt="2023-09-12T18:35:20.805" v="1825" actId="1076"/>
          <ac:picMkLst>
            <pc:docMk/>
            <pc:sldMk cId="3518165027" sldId="256"/>
            <ac:picMk id="1351" creationId="{BE6E7A73-77D8-84FA-63DD-074555BBDF2A}"/>
          </ac:picMkLst>
        </pc:picChg>
        <pc:picChg chg="mod">
          <ac:chgData name="Surovi, Agnila Ghosh" userId="55d7b2db-3a0f-421b-b43f-d2cf2b85e4e0" providerId="ADAL" clId="{9FECD0ED-F9A3-4309-B64A-BA5BF643B5C4}" dt="2023-09-12T18:02:27.447" v="1254" actId="1076"/>
          <ac:picMkLst>
            <pc:docMk/>
            <pc:sldMk cId="3518165027" sldId="256"/>
            <ac:picMk id="1364" creationId="{C08F3213-5C93-50EA-92FF-AC9D5527D7AF}"/>
          </ac:picMkLst>
        </pc:picChg>
        <pc:picChg chg="mod">
          <ac:chgData name="Surovi, Agnila Ghosh" userId="55d7b2db-3a0f-421b-b43f-d2cf2b85e4e0" providerId="ADAL" clId="{9FECD0ED-F9A3-4309-B64A-BA5BF643B5C4}" dt="2023-09-12T17:56:00.015" v="1244" actId="1037"/>
          <ac:picMkLst>
            <pc:docMk/>
            <pc:sldMk cId="3518165027" sldId="256"/>
            <ac:picMk id="1366" creationId="{4D1A885E-D2DF-2876-07E7-B594FE668B02}"/>
          </ac:picMkLst>
        </pc:picChg>
        <pc:picChg chg="mod">
          <ac:chgData name="Surovi, Agnila Ghosh" userId="55d7b2db-3a0f-421b-b43f-d2cf2b85e4e0" providerId="ADAL" clId="{9FECD0ED-F9A3-4309-B64A-BA5BF643B5C4}" dt="2023-09-12T18:02:16.796" v="1253" actId="1037"/>
          <ac:picMkLst>
            <pc:docMk/>
            <pc:sldMk cId="3518165027" sldId="256"/>
            <ac:picMk id="1368" creationId="{4F58666F-8EBF-3D10-EAFF-CDE341A239E3}"/>
          </ac:picMkLst>
        </pc:picChg>
        <pc:picChg chg="mod">
          <ac:chgData name="Surovi, Agnila Ghosh" userId="55d7b2db-3a0f-421b-b43f-d2cf2b85e4e0" providerId="ADAL" clId="{9FECD0ED-F9A3-4309-B64A-BA5BF643B5C4}" dt="2023-09-12T19:44:59.667" v="2957" actId="1076"/>
          <ac:picMkLst>
            <pc:docMk/>
            <pc:sldMk cId="3518165027" sldId="256"/>
            <ac:picMk id="1370" creationId="{A9502000-EE18-10BB-2577-814962F2394E}"/>
          </ac:picMkLst>
        </pc:picChg>
        <pc:picChg chg="mod">
          <ac:chgData name="Surovi, Agnila Ghosh" userId="55d7b2db-3a0f-421b-b43f-d2cf2b85e4e0" providerId="ADAL" clId="{9FECD0ED-F9A3-4309-B64A-BA5BF643B5C4}" dt="2023-09-12T19:45:10.945" v="2985" actId="1038"/>
          <ac:picMkLst>
            <pc:docMk/>
            <pc:sldMk cId="3518165027" sldId="256"/>
            <ac:picMk id="1371" creationId="{A2A166E5-C7DB-DFD6-0079-5143C42CDE1E}"/>
          </ac:picMkLst>
        </pc:picChg>
        <pc:picChg chg="mod">
          <ac:chgData name="Surovi, Agnila Ghosh" userId="55d7b2db-3a0f-421b-b43f-d2cf2b85e4e0" providerId="ADAL" clId="{9FECD0ED-F9A3-4309-B64A-BA5BF643B5C4}" dt="2023-09-12T19:59:58.353" v="3334" actId="1037"/>
          <ac:picMkLst>
            <pc:docMk/>
            <pc:sldMk cId="3518165027" sldId="256"/>
            <ac:picMk id="1372" creationId="{6F70AF27-4E50-849F-64BD-A9D420C4378E}"/>
          </ac:picMkLst>
        </pc:picChg>
        <pc:picChg chg="mod">
          <ac:chgData name="Surovi, Agnila Ghosh" userId="55d7b2db-3a0f-421b-b43f-d2cf2b85e4e0" providerId="ADAL" clId="{9FECD0ED-F9A3-4309-B64A-BA5BF643B5C4}" dt="2023-09-12T20:07:34.048" v="3534" actId="1037"/>
          <ac:picMkLst>
            <pc:docMk/>
            <pc:sldMk cId="3518165027" sldId="256"/>
            <ac:picMk id="1374" creationId="{4262023D-FCF5-FD8B-C74C-D1568BC94A51}"/>
          </ac:picMkLst>
        </pc:picChg>
        <pc:picChg chg="mod">
          <ac:chgData name="Surovi, Agnila Ghosh" userId="55d7b2db-3a0f-421b-b43f-d2cf2b85e4e0" providerId="ADAL" clId="{9FECD0ED-F9A3-4309-B64A-BA5BF643B5C4}" dt="2023-09-12T20:22:13.780" v="3851" actId="1037"/>
          <ac:picMkLst>
            <pc:docMk/>
            <pc:sldMk cId="3518165027" sldId="256"/>
            <ac:picMk id="1397" creationId="{E00494C0-85DF-BEFA-18BA-8F9A541918D1}"/>
          </ac:picMkLst>
        </pc:picChg>
        <pc:picChg chg="mod">
          <ac:chgData name="Surovi, Agnila Ghosh" userId="55d7b2db-3a0f-421b-b43f-d2cf2b85e4e0" providerId="ADAL" clId="{9FECD0ED-F9A3-4309-B64A-BA5BF643B5C4}" dt="2023-09-12T20:22:20.790" v="3852" actId="1037"/>
          <ac:picMkLst>
            <pc:docMk/>
            <pc:sldMk cId="3518165027" sldId="256"/>
            <ac:picMk id="1399" creationId="{7480F18B-C922-0113-BE7D-29D3801D4796}"/>
          </ac:picMkLst>
        </pc:picChg>
        <pc:picChg chg="mod">
          <ac:chgData name="Surovi, Agnila Ghosh" userId="55d7b2db-3a0f-421b-b43f-d2cf2b85e4e0" providerId="ADAL" clId="{9FECD0ED-F9A3-4309-B64A-BA5BF643B5C4}" dt="2023-09-12T19:55:24.747" v="3140" actId="1076"/>
          <ac:picMkLst>
            <pc:docMk/>
            <pc:sldMk cId="3518165027" sldId="256"/>
            <ac:picMk id="1401" creationId="{75C1AE3D-B0BC-F020-4108-6FC0075C254F}"/>
          </ac:picMkLst>
        </pc:picChg>
        <pc:picChg chg="del">
          <ac:chgData name="Surovi, Agnila Ghosh" userId="55d7b2db-3a0f-421b-b43f-d2cf2b85e4e0" providerId="ADAL" clId="{9FECD0ED-F9A3-4309-B64A-BA5BF643B5C4}" dt="2023-09-12T17:49:02.091" v="1215" actId="478"/>
          <ac:picMkLst>
            <pc:docMk/>
            <pc:sldMk cId="3518165027" sldId="256"/>
            <ac:picMk id="1402" creationId="{A57A6E83-F75F-FA51-E935-21AF38E05321}"/>
          </ac:picMkLst>
        </pc:picChg>
        <pc:picChg chg="del topLvl">
          <ac:chgData name="Surovi, Agnila Ghosh" userId="55d7b2db-3a0f-421b-b43f-d2cf2b85e4e0" providerId="ADAL" clId="{9FECD0ED-F9A3-4309-B64A-BA5BF643B5C4}" dt="2023-09-12T17:55:29.833" v="1237" actId="478"/>
          <ac:picMkLst>
            <pc:docMk/>
            <pc:sldMk cId="3518165027" sldId="256"/>
            <ac:picMk id="1406" creationId="{6A74F228-97DF-C6B3-D031-A573FB03B372}"/>
          </ac:picMkLst>
        </pc:picChg>
        <pc:picChg chg="del topLvl">
          <ac:chgData name="Surovi, Agnila Ghosh" userId="55d7b2db-3a0f-421b-b43f-d2cf2b85e4e0" providerId="ADAL" clId="{9FECD0ED-F9A3-4309-B64A-BA5BF643B5C4}" dt="2023-09-12T17:56:11.009" v="1245" actId="478"/>
          <ac:picMkLst>
            <pc:docMk/>
            <pc:sldMk cId="3518165027" sldId="256"/>
            <ac:picMk id="1408" creationId="{BDB3E373-81C7-1183-41EE-56859E613A62}"/>
          </ac:picMkLst>
        </pc:picChg>
        <pc:picChg chg="del">
          <ac:chgData name="Surovi, Agnila Ghosh" userId="55d7b2db-3a0f-421b-b43f-d2cf2b85e4e0" providerId="ADAL" clId="{9FECD0ED-F9A3-4309-B64A-BA5BF643B5C4}" dt="2023-09-12T20:01:52.605" v="3350" actId="478"/>
          <ac:picMkLst>
            <pc:docMk/>
            <pc:sldMk cId="3518165027" sldId="256"/>
            <ac:picMk id="1423" creationId="{E65F8884-427B-8C4C-8EBD-26C9B8070EC7}"/>
          </ac:picMkLst>
        </pc:picChg>
        <pc:picChg chg="del">
          <ac:chgData name="Surovi, Agnila Ghosh" userId="55d7b2db-3a0f-421b-b43f-d2cf2b85e4e0" providerId="ADAL" clId="{9FECD0ED-F9A3-4309-B64A-BA5BF643B5C4}" dt="2023-09-12T19:55:08.350" v="3139" actId="478"/>
          <ac:picMkLst>
            <pc:docMk/>
            <pc:sldMk cId="3518165027" sldId="256"/>
            <ac:picMk id="1424" creationId="{1B035FA9-DFC0-C78B-8F86-7CBB265806C8}"/>
          </ac:picMkLst>
        </pc:picChg>
        <pc:picChg chg="del">
          <ac:chgData name="Surovi, Agnila Ghosh" userId="55d7b2db-3a0f-421b-b43f-d2cf2b85e4e0" providerId="ADAL" clId="{9FECD0ED-F9A3-4309-B64A-BA5BF643B5C4}" dt="2023-09-12T13:46:16.597" v="471" actId="478"/>
          <ac:picMkLst>
            <pc:docMk/>
            <pc:sldMk cId="3518165027" sldId="256"/>
            <ac:picMk id="1439" creationId="{BD893FDE-1680-5074-D0E1-2A886511F6B9}"/>
          </ac:picMkLst>
        </pc:picChg>
        <pc:picChg chg="del">
          <ac:chgData name="Surovi, Agnila Ghosh" userId="55d7b2db-3a0f-421b-b43f-d2cf2b85e4e0" providerId="ADAL" clId="{9FECD0ED-F9A3-4309-B64A-BA5BF643B5C4}" dt="2023-09-12T13:44:54.711" v="462" actId="478"/>
          <ac:picMkLst>
            <pc:docMk/>
            <pc:sldMk cId="3518165027" sldId="256"/>
            <ac:picMk id="1440" creationId="{766F1B74-E77F-FD12-4B5D-C0B3FDB53AA8}"/>
          </ac:picMkLst>
        </pc:picChg>
        <pc:picChg chg="del mod">
          <ac:chgData name="Surovi, Agnila Ghosh" userId="55d7b2db-3a0f-421b-b43f-d2cf2b85e4e0" providerId="ADAL" clId="{9FECD0ED-F9A3-4309-B64A-BA5BF643B5C4}" dt="2023-09-12T18:12:25.096" v="1362" actId="478"/>
          <ac:picMkLst>
            <pc:docMk/>
            <pc:sldMk cId="3518165027" sldId="256"/>
            <ac:picMk id="1449" creationId="{975FE08A-7F8D-DC39-8DC0-E3694EC7A569}"/>
          </ac:picMkLst>
        </pc:picChg>
        <pc:picChg chg="del mod">
          <ac:chgData name="Surovi, Agnila Ghosh" userId="55d7b2db-3a0f-421b-b43f-d2cf2b85e4e0" providerId="ADAL" clId="{9FECD0ED-F9A3-4309-B64A-BA5BF643B5C4}" dt="2023-09-12T18:05:39.441" v="1296" actId="478"/>
          <ac:picMkLst>
            <pc:docMk/>
            <pc:sldMk cId="3518165027" sldId="256"/>
            <ac:picMk id="1450" creationId="{3809F356-38BD-A145-2E2C-08F442634BAC}"/>
          </ac:picMkLst>
        </pc:picChg>
        <pc:picChg chg="del mod">
          <ac:chgData name="Surovi, Agnila Ghosh" userId="55d7b2db-3a0f-421b-b43f-d2cf2b85e4e0" providerId="ADAL" clId="{9FECD0ED-F9A3-4309-B64A-BA5BF643B5C4}" dt="2023-09-12T18:16:02.368" v="1464" actId="478"/>
          <ac:picMkLst>
            <pc:docMk/>
            <pc:sldMk cId="3518165027" sldId="256"/>
            <ac:picMk id="1451" creationId="{4F9043CC-4192-CE34-8C33-325BA3B0B832}"/>
          </ac:picMkLst>
        </pc:picChg>
        <pc:picChg chg="del mod">
          <ac:chgData name="Surovi, Agnila Ghosh" userId="55d7b2db-3a0f-421b-b43f-d2cf2b85e4e0" providerId="ADAL" clId="{9FECD0ED-F9A3-4309-B64A-BA5BF643B5C4}" dt="2023-09-12T18:16:03.727" v="1465" actId="478"/>
          <ac:picMkLst>
            <pc:docMk/>
            <pc:sldMk cId="3518165027" sldId="256"/>
            <ac:picMk id="1460" creationId="{E22986C8-EADE-195B-799D-BA43FE7306EE}"/>
          </ac:picMkLst>
        </pc:picChg>
        <pc:picChg chg="del mod">
          <ac:chgData name="Surovi, Agnila Ghosh" userId="55d7b2db-3a0f-421b-b43f-d2cf2b85e4e0" providerId="ADAL" clId="{9FECD0ED-F9A3-4309-B64A-BA5BF643B5C4}" dt="2023-09-12T19:34:23.087" v="2822" actId="478"/>
          <ac:picMkLst>
            <pc:docMk/>
            <pc:sldMk cId="3518165027" sldId="256"/>
            <ac:picMk id="1465" creationId="{56E4AF52-0CEB-8125-AF33-D32976DC6A60}"/>
          </ac:picMkLst>
        </pc:picChg>
        <pc:picChg chg="del mod">
          <ac:chgData name="Surovi, Agnila Ghosh" userId="55d7b2db-3a0f-421b-b43f-d2cf2b85e4e0" providerId="ADAL" clId="{9FECD0ED-F9A3-4309-B64A-BA5BF643B5C4}" dt="2023-09-12T19:34:19.571" v="2821" actId="478"/>
          <ac:picMkLst>
            <pc:docMk/>
            <pc:sldMk cId="3518165027" sldId="256"/>
            <ac:picMk id="1466" creationId="{7982CFDD-3E12-42E0-B470-FD2C24DC71B5}"/>
          </ac:picMkLst>
        </pc:picChg>
        <pc:picChg chg="mod">
          <ac:chgData name="Surovi, Agnila Ghosh" userId="55d7b2db-3a0f-421b-b43f-d2cf2b85e4e0" providerId="ADAL" clId="{9FECD0ED-F9A3-4309-B64A-BA5BF643B5C4}" dt="2023-09-12T20:22:51.187" v="3855" actId="1076"/>
          <ac:picMkLst>
            <pc:docMk/>
            <pc:sldMk cId="3518165027" sldId="256"/>
            <ac:picMk id="1468" creationId="{BEFB8997-02A8-C99C-3365-06DA939CE01E}"/>
          </ac:picMkLst>
        </pc:picChg>
        <pc:picChg chg="mod">
          <ac:chgData name="Surovi, Agnila Ghosh" userId="55d7b2db-3a0f-421b-b43f-d2cf2b85e4e0" providerId="ADAL" clId="{9FECD0ED-F9A3-4309-B64A-BA5BF643B5C4}" dt="2023-09-12T20:23:27.026" v="3861" actId="1076"/>
          <ac:picMkLst>
            <pc:docMk/>
            <pc:sldMk cId="3518165027" sldId="256"/>
            <ac:picMk id="1470" creationId="{F87DF4DE-FAC8-9A5A-51E2-C7E1D6417A6B}"/>
          </ac:picMkLst>
        </pc:picChg>
        <pc:cxnChg chg="add del mod">
          <ac:chgData name="Surovi, Agnila Ghosh" userId="55d7b2db-3a0f-421b-b43f-d2cf2b85e4e0" providerId="ADAL" clId="{9FECD0ED-F9A3-4309-B64A-BA5BF643B5C4}" dt="2023-09-12T18:45:44.880" v="1986" actId="478"/>
          <ac:cxnSpMkLst>
            <pc:docMk/>
            <pc:sldMk cId="3518165027" sldId="256"/>
            <ac:cxnSpMk id="6" creationId="{DCB17AFF-45D0-9A72-9CEB-23BB88EC926F}"/>
          </ac:cxnSpMkLst>
        </pc:cxnChg>
        <pc:cxnChg chg="add del mod">
          <ac:chgData name="Surovi, Agnila Ghosh" userId="55d7b2db-3a0f-421b-b43f-d2cf2b85e4e0" providerId="ADAL" clId="{9FECD0ED-F9A3-4309-B64A-BA5BF643B5C4}" dt="2023-09-12T18:45:40.422" v="1985" actId="478"/>
          <ac:cxnSpMkLst>
            <pc:docMk/>
            <pc:sldMk cId="3518165027" sldId="256"/>
            <ac:cxnSpMk id="8" creationId="{687F6CCE-2413-436F-09BC-94599510DCFF}"/>
          </ac:cxnSpMkLst>
        </pc:cxnChg>
        <pc:cxnChg chg="add del mod">
          <ac:chgData name="Surovi, Agnila Ghosh" userId="55d7b2db-3a0f-421b-b43f-d2cf2b85e4e0" providerId="ADAL" clId="{9FECD0ED-F9A3-4309-B64A-BA5BF643B5C4}" dt="2023-09-12T18:49:44.178" v="2030" actId="164"/>
          <ac:cxnSpMkLst>
            <pc:docMk/>
            <pc:sldMk cId="3518165027" sldId="256"/>
            <ac:cxnSpMk id="12" creationId="{7C835264-3D18-1667-EAE7-C140110E3F5C}"/>
          </ac:cxnSpMkLst>
        </pc:cxnChg>
        <pc:cxnChg chg="add del mod">
          <ac:chgData name="Surovi, Agnila Ghosh" userId="55d7b2db-3a0f-421b-b43f-d2cf2b85e4e0" providerId="ADAL" clId="{9FECD0ED-F9A3-4309-B64A-BA5BF643B5C4}" dt="2023-09-12T18:49:44.178" v="2030" actId="164"/>
          <ac:cxnSpMkLst>
            <pc:docMk/>
            <pc:sldMk cId="3518165027" sldId="256"/>
            <ac:cxnSpMk id="29" creationId="{B83162B0-C394-9B27-65C6-F20336ACDBD6}"/>
          </ac:cxnSpMkLst>
        </pc:cxnChg>
        <pc:cxnChg chg="add mod">
          <ac:chgData name="Surovi, Agnila Ghosh" userId="55d7b2db-3a0f-421b-b43f-d2cf2b85e4e0" providerId="ADAL" clId="{9FECD0ED-F9A3-4309-B64A-BA5BF643B5C4}" dt="2023-09-12T18:52:18.024" v="2064" actId="164"/>
          <ac:cxnSpMkLst>
            <pc:docMk/>
            <pc:sldMk cId="3518165027" sldId="256"/>
            <ac:cxnSpMk id="41" creationId="{4A36CD6F-19DB-FB61-C8DC-5FD7D5BA9640}"/>
          </ac:cxnSpMkLst>
        </pc:cxnChg>
        <pc:cxnChg chg="add mod">
          <ac:chgData name="Surovi, Agnila Ghosh" userId="55d7b2db-3a0f-421b-b43f-d2cf2b85e4e0" providerId="ADAL" clId="{9FECD0ED-F9A3-4309-B64A-BA5BF643B5C4}" dt="2023-09-12T18:52:18.024" v="2064" actId="164"/>
          <ac:cxnSpMkLst>
            <pc:docMk/>
            <pc:sldMk cId="3518165027" sldId="256"/>
            <ac:cxnSpMk id="44" creationId="{A87E0C24-BAB8-B4CF-2167-AE36AAD43CEA}"/>
          </ac:cxnSpMkLst>
        </pc:cxnChg>
        <pc:cxnChg chg="add mod">
          <ac:chgData name="Surovi, Agnila Ghosh" userId="55d7b2db-3a0f-421b-b43f-d2cf2b85e4e0" providerId="ADAL" clId="{9FECD0ED-F9A3-4309-B64A-BA5BF643B5C4}" dt="2023-09-12T20:08:27.715" v="3543" actId="14100"/>
          <ac:cxnSpMkLst>
            <pc:docMk/>
            <pc:sldMk cId="3518165027" sldId="256"/>
            <ac:cxnSpMk id="89" creationId="{729E1C9E-F02C-E7EE-92FC-9B57CE3C6B7E}"/>
          </ac:cxnSpMkLst>
        </pc:cxnChg>
        <pc:cxnChg chg="add mod">
          <ac:chgData name="Surovi, Agnila Ghosh" userId="55d7b2db-3a0f-421b-b43f-d2cf2b85e4e0" providerId="ADAL" clId="{9FECD0ED-F9A3-4309-B64A-BA5BF643B5C4}" dt="2023-09-12T20:08:51.730" v="3547" actId="1076"/>
          <ac:cxnSpMkLst>
            <pc:docMk/>
            <pc:sldMk cId="3518165027" sldId="256"/>
            <ac:cxnSpMk id="92" creationId="{34ADC2A5-6254-A132-3375-E3769C23FEA5}"/>
          </ac:cxnSpMkLst>
        </pc:cxnChg>
        <pc:cxnChg chg="add del mod">
          <ac:chgData name="Surovi, Agnila Ghosh" userId="55d7b2db-3a0f-421b-b43f-d2cf2b85e4e0" providerId="ADAL" clId="{9FECD0ED-F9A3-4309-B64A-BA5BF643B5C4}" dt="2023-09-12T20:11:01.954" v="3562" actId="478"/>
          <ac:cxnSpMkLst>
            <pc:docMk/>
            <pc:sldMk cId="3518165027" sldId="256"/>
            <ac:cxnSpMk id="100" creationId="{6D1D7C6F-E7BF-7D0F-2765-87C2DAFD8046}"/>
          </ac:cxnSpMkLst>
        </pc:cxnChg>
        <pc:cxnChg chg="add mod">
          <ac:chgData name="Surovi, Agnila Ghosh" userId="55d7b2db-3a0f-421b-b43f-d2cf2b85e4e0" providerId="ADAL" clId="{9FECD0ED-F9A3-4309-B64A-BA5BF643B5C4}" dt="2023-09-12T20:14:22.443" v="3666" actId="14100"/>
          <ac:cxnSpMkLst>
            <pc:docMk/>
            <pc:sldMk cId="3518165027" sldId="256"/>
            <ac:cxnSpMk id="102" creationId="{BE80E2D1-BED2-104A-1CA2-A174E007D7F6}"/>
          </ac:cxnSpMkLst>
        </pc:cxnChg>
        <pc:cxnChg chg="add mod">
          <ac:chgData name="Surovi, Agnila Ghosh" userId="55d7b2db-3a0f-421b-b43f-d2cf2b85e4e0" providerId="ADAL" clId="{9FECD0ED-F9A3-4309-B64A-BA5BF643B5C4}" dt="2023-09-12T20:14:32.274" v="3668" actId="1076"/>
          <ac:cxnSpMkLst>
            <pc:docMk/>
            <pc:sldMk cId="3518165027" sldId="256"/>
            <ac:cxnSpMk id="107" creationId="{E265298F-96F6-AA88-319D-AA09EA2E88ED}"/>
          </ac:cxnSpMkLst>
        </pc:cxnChg>
        <pc:cxnChg chg="mod">
          <ac:chgData name="Surovi, Agnila Ghosh" userId="55d7b2db-3a0f-421b-b43f-d2cf2b85e4e0" providerId="ADAL" clId="{9FECD0ED-F9A3-4309-B64A-BA5BF643B5C4}" dt="2023-09-12T20:20:58.403" v="3795" actId="14100"/>
          <ac:cxnSpMkLst>
            <pc:docMk/>
            <pc:sldMk cId="3518165027" sldId="256"/>
            <ac:cxnSpMk id="120" creationId="{CA74279A-0BE2-6D46-A693-3F3D7012BE64}"/>
          </ac:cxnSpMkLst>
        </pc:cxnChg>
        <pc:cxnChg chg="mod">
          <ac:chgData name="Surovi, Agnila Ghosh" userId="55d7b2db-3a0f-421b-b43f-d2cf2b85e4e0" providerId="ADAL" clId="{9FECD0ED-F9A3-4309-B64A-BA5BF643B5C4}" dt="2023-09-12T20:21:15.662" v="3797" actId="1076"/>
          <ac:cxnSpMkLst>
            <pc:docMk/>
            <pc:sldMk cId="3518165027" sldId="256"/>
            <ac:cxnSpMk id="121" creationId="{523EC452-3E52-F210-D9A9-4E56F7E674E5}"/>
          </ac:cxnSpMkLst>
        </pc:cxnChg>
        <pc:cxnChg chg="mod">
          <ac:chgData name="Surovi, Agnila Ghosh" userId="55d7b2db-3a0f-421b-b43f-d2cf2b85e4e0" providerId="ADAL" clId="{9FECD0ED-F9A3-4309-B64A-BA5BF643B5C4}" dt="2023-09-12T14:16:15.025" v="888" actId="14100"/>
          <ac:cxnSpMkLst>
            <pc:docMk/>
            <pc:sldMk cId="3518165027" sldId="256"/>
            <ac:cxnSpMk id="1344" creationId="{1C7007B5-8AFC-E836-F68E-C898E80C9396}"/>
          </ac:cxnSpMkLst>
        </pc:cxnChg>
        <pc:cxnChg chg="add del mod">
          <ac:chgData name="Surovi, Agnila Ghosh" userId="55d7b2db-3a0f-421b-b43f-d2cf2b85e4e0" providerId="ADAL" clId="{9FECD0ED-F9A3-4309-B64A-BA5BF643B5C4}" dt="2023-09-12T14:53:32.553" v="1213" actId="478"/>
          <ac:cxnSpMkLst>
            <pc:docMk/>
            <pc:sldMk cId="3518165027" sldId="256"/>
            <ac:cxnSpMk id="1357" creationId="{15CA9F9A-2589-8023-1A1E-D7496268B39F}"/>
          </ac:cxnSpMkLst>
        </pc:cxnChg>
        <pc:cxnChg chg="mod">
          <ac:chgData name="Surovi, Agnila Ghosh" userId="55d7b2db-3a0f-421b-b43f-d2cf2b85e4e0" providerId="ADAL" clId="{9FECD0ED-F9A3-4309-B64A-BA5BF643B5C4}" dt="2023-09-12T14:16:20.760" v="889" actId="1076"/>
          <ac:cxnSpMkLst>
            <pc:docMk/>
            <pc:sldMk cId="3518165027" sldId="256"/>
            <ac:cxnSpMk id="1363" creationId="{F751B21F-0601-790F-9019-C2317FC0AAFE}"/>
          </ac:cxnSpMkLst>
        </pc:cxnChg>
        <pc:cxnChg chg="mod">
          <ac:chgData name="Surovi, Agnila Ghosh" userId="55d7b2db-3a0f-421b-b43f-d2cf2b85e4e0" providerId="ADAL" clId="{9FECD0ED-F9A3-4309-B64A-BA5BF643B5C4}" dt="2023-09-12T14:16:34.168" v="891" actId="1076"/>
          <ac:cxnSpMkLst>
            <pc:docMk/>
            <pc:sldMk cId="3518165027" sldId="256"/>
            <ac:cxnSpMk id="1369" creationId="{B25611B2-47DD-5044-9A45-1573A2AAF06D}"/>
          </ac:cxnSpMkLst>
        </pc:cxnChg>
        <pc:cxnChg chg="mod">
          <ac:chgData name="Surovi, Agnila Ghosh" userId="55d7b2db-3a0f-421b-b43f-d2cf2b85e4e0" providerId="ADAL" clId="{9FECD0ED-F9A3-4309-B64A-BA5BF643B5C4}" dt="2023-09-12T14:16:44.600" v="893" actId="1076"/>
          <ac:cxnSpMkLst>
            <pc:docMk/>
            <pc:sldMk cId="3518165027" sldId="256"/>
            <ac:cxnSpMk id="1376" creationId="{61ADB693-7FF9-40FA-41E2-FEBCF9C9E4C4}"/>
          </ac:cxnSpMkLst>
        </pc:cxnChg>
        <pc:cxnChg chg="mod">
          <ac:chgData name="Surovi, Agnila Ghosh" userId="55d7b2db-3a0f-421b-b43f-d2cf2b85e4e0" providerId="ADAL" clId="{9FECD0ED-F9A3-4309-B64A-BA5BF643B5C4}" dt="2023-09-12T14:16:58.256" v="895" actId="1076"/>
          <ac:cxnSpMkLst>
            <pc:docMk/>
            <pc:sldMk cId="3518165027" sldId="256"/>
            <ac:cxnSpMk id="1377" creationId="{F61CFEF0-E235-E257-4D7D-0DE8D2458E09}"/>
          </ac:cxnSpMkLst>
        </pc:cxnChg>
        <pc:cxnChg chg="mod">
          <ac:chgData name="Surovi, Agnila Ghosh" userId="55d7b2db-3a0f-421b-b43f-d2cf2b85e4e0" providerId="ADAL" clId="{9FECD0ED-F9A3-4309-B64A-BA5BF643B5C4}" dt="2023-09-12T14:17:19.519" v="899" actId="14100"/>
          <ac:cxnSpMkLst>
            <pc:docMk/>
            <pc:sldMk cId="3518165027" sldId="256"/>
            <ac:cxnSpMk id="1378" creationId="{FB6B7794-5438-1290-B907-6A402FF4395D}"/>
          </ac:cxnSpMkLst>
        </pc:cxnChg>
        <pc:cxnChg chg="mod">
          <ac:chgData name="Surovi, Agnila Ghosh" userId="55d7b2db-3a0f-421b-b43f-d2cf2b85e4e0" providerId="ADAL" clId="{9FECD0ED-F9A3-4309-B64A-BA5BF643B5C4}" dt="2023-09-12T14:17:36.158" v="902" actId="14100"/>
          <ac:cxnSpMkLst>
            <pc:docMk/>
            <pc:sldMk cId="3518165027" sldId="256"/>
            <ac:cxnSpMk id="1379" creationId="{ACA12F4C-2100-6A4A-3682-F084CD807177}"/>
          </ac:cxnSpMkLst>
        </pc:cxnChg>
        <pc:cxnChg chg="mod">
          <ac:chgData name="Surovi, Agnila Ghosh" userId="55d7b2db-3a0f-421b-b43f-d2cf2b85e4e0" providerId="ADAL" clId="{9FECD0ED-F9A3-4309-B64A-BA5BF643B5C4}" dt="2023-09-12T14:18:01.718" v="906" actId="1076"/>
          <ac:cxnSpMkLst>
            <pc:docMk/>
            <pc:sldMk cId="3518165027" sldId="256"/>
            <ac:cxnSpMk id="1382" creationId="{C3BC371D-875A-955C-8BDE-09E2B1FA6DC4}"/>
          </ac:cxnSpMkLst>
        </pc:cxnChg>
        <pc:cxnChg chg="mod">
          <ac:chgData name="Surovi, Agnila Ghosh" userId="55d7b2db-3a0f-421b-b43f-d2cf2b85e4e0" providerId="ADAL" clId="{9FECD0ED-F9A3-4309-B64A-BA5BF643B5C4}" dt="2023-09-12T14:18:45.313" v="912" actId="1582"/>
          <ac:cxnSpMkLst>
            <pc:docMk/>
            <pc:sldMk cId="3518165027" sldId="256"/>
            <ac:cxnSpMk id="1384" creationId="{CF496E2A-BDD0-0E74-D650-5D4161CA83B5}"/>
          </ac:cxnSpMkLst>
        </pc:cxnChg>
        <pc:cxnChg chg="mod">
          <ac:chgData name="Surovi, Agnila Ghosh" userId="55d7b2db-3a0f-421b-b43f-d2cf2b85e4e0" providerId="ADAL" clId="{9FECD0ED-F9A3-4309-B64A-BA5BF643B5C4}" dt="2023-09-12T14:18:52.831" v="913" actId="208"/>
          <ac:cxnSpMkLst>
            <pc:docMk/>
            <pc:sldMk cId="3518165027" sldId="256"/>
            <ac:cxnSpMk id="1386" creationId="{82715725-48A0-C4A4-867C-63E5FF865C30}"/>
          </ac:cxnSpMkLst>
        </pc:cxnChg>
        <pc:cxnChg chg="mod">
          <ac:chgData name="Surovi, Agnila Ghosh" userId="55d7b2db-3a0f-421b-b43f-d2cf2b85e4e0" providerId="ADAL" clId="{9FECD0ED-F9A3-4309-B64A-BA5BF643B5C4}" dt="2023-09-12T20:02:17.835" v="3352" actId="1076"/>
          <ac:cxnSpMkLst>
            <pc:docMk/>
            <pc:sldMk cId="3518165027" sldId="256"/>
            <ac:cxnSpMk id="1431" creationId="{BBC20602-2A35-41F9-FDDB-D3897D0F9D71}"/>
          </ac:cxnSpMkLst>
        </pc:cxnChg>
        <pc:cxnChg chg="del mod">
          <ac:chgData name="Surovi, Agnila Ghosh" userId="55d7b2db-3a0f-421b-b43f-d2cf2b85e4e0" providerId="ADAL" clId="{9FECD0ED-F9A3-4309-B64A-BA5BF643B5C4}" dt="2023-09-12T20:04:35.792" v="3401" actId="478"/>
          <ac:cxnSpMkLst>
            <pc:docMk/>
            <pc:sldMk cId="3518165027" sldId="256"/>
            <ac:cxnSpMk id="1462" creationId="{6E1E589C-47D6-4CE6-817A-BB41868251DD}"/>
          </ac:cxnSpMkLst>
        </pc:cxnChg>
      </pc:sldChg>
    </pc:docChg>
  </pc:docChgLst>
  <pc:docChgLst>
    <pc:chgData name="Surovi, Agnila Ghosh" userId="55d7b2db-3a0f-421b-b43f-d2cf2b85e4e0" providerId="ADAL" clId="{26400A7F-3D87-4777-99CA-BB8F4654D9CF}"/>
    <pc:docChg chg="undo custSel modSld">
      <pc:chgData name="Surovi, Agnila Ghosh" userId="55d7b2db-3a0f-421b-b43f-d2cf2b85e4e0" providerId="ADAL" clId="{26400A7F-3D87-4777-99CA-BB8F4654D9CF}" dt="2023-09-11T00:16:03.536" v="8931" actId="1582"/>
      <pc:docMkLst>
        <pc:docMk/>
      </pc:docMkLst>
      <pc:sldChg chg="addSp delSp modSp mod">
        <pc:chgData name="Surovi, Agnila Ghosh" userId="55d7b2db-3a0f-421b-b43f-d2cf2b85e4e0" providerId="ADAL" clId="{26400A7F-3D87-4777-99CA-BB8F4654D9CF}" dt="2023-09-11T00:16:03.536" v="8931" actId="1582"/>
        <pc:sldMkLst>
          <pc:docMk/>
          <pc:sldMk cId="3518165027" sldId="256"/>
        </pc:sldMkLst>
        <pc:spChg chg="add del mod">
          <ac:chgData name="Surovi, Agnila Ghosh" userId="55d7b2db-3a0f-421b-b43f-d2cf2b85e4e0" providerId="ADAL" clId="{26400A7F-3D87-4777-99CA-BB8F4654D9CF}" dt="2023-08-29T17:32:56.767" v="20" actId="478"/>
          <ac:spMkLst>
            <pc:docMk/>
            <pc:sldMk cId="3518165027" sldId="256"/>
            <ac:spMk id="5" creationId="{7D3FFB31-0047-4F61-53DC-75E8E67E69C5}"/>
          </ac:spMkLst>
        </pc:spChg>
        <pc:spChg chg="add del mod">
          <ac:chgData name="Surovi, Agnila Ghosh" userId="55d7b2db-3a0f-421b-b43f-d2cf2b85e4e0" providerId="ADAL" clId="{26400A7F-3D87-4777-99CA-BB8F4654D9CF}" dt="2023-08-29T17:30:33.670" v="18" actId="478"/>
          <ac:spMkLst>
            <pc:docMk/>
            <pc:sldMk cId="3518165027" sldId="256"/>
            <ac:spMk id="6" creationId="{DA51B983-215E-BA47-2068-1BA1BE06919B}"/>
          </ac:spMkLst>
        </pc:spChg>
        <pc:spChg chg="add del mod topLvl">
          <ac:chgData name="Surovi, Agnila Ghosh" userId="55d7b2db-3a0f-421b-b43f-d2cf2b85e4e0" providerId="ADAL" clId="{26400A7F-3D87-4777-99CA-BB8F4654D9CF}" dt="2023-09-09T18:33:54.281" v="3437" actId="478"/>
          <ac:spMkLst>
            <pc:docMk/>
            <pc:sldMk cId="3518165027" sldId="256"/>
            <ac:spMk id="7" creationId="{5EC10C84-3E52-115F-ACD5-FC7CA1EA40D6}"/>
          </ac:spMkLst>
        </pc:spChg>
        <pc:spChg chg="add del mod">
          <ac:chgData name="Surovi, Agnila Ghosh" userId="55d7b2db-3a0f-421b-b43f-d2cf2b85e4e0" providerId="ADAL" clId="{26400A7F-3D87-4777-99CA-BB8F4654D9CF}" dt="2023-09-09T18:31:08.541" v="3380" actId="478"/>
          <ac:spMkLst>
            <pc:docMk/>
            <pc:sldMk cId="3518165027" sldId="256"/>
            <ac:spMk id="8" creationId="{4BBE421D-26F4-0D02-0238-432090FE9A56}"/>
          </ac:spMkLst>
        </pc:spChg>
        <pc:spChg chg="add del mod">
          <ac:chgData name="Surovi, Agnila Ghosh" userId="55d7b2db-3a0f-421b-b43f-d2cf2b85e4e0" providerId="ADAL" clId="{26400A7F-3D87-4777-99CA-BB8F4654D9CF}" dt="2023-09-09T19:21:14.912" v="4100" actId="478"/>
          <ac:spMkLst>
            <pc:docMk/>
            <pc:sldMk cId="3518165027" sldId="256"/>
            <ac:spMk id="9" creationId="{6517392C-E2C1-E861-2277-7B270B7DA122}"/>
          </ac:spMkLst>
        </pc:spChg>
        <pc:spChg chg="mod">
          <ac:chgData name="Surovi, Agnila Ghosh" userId="55d7b2db-3a0f-421b-b43f-d2cf2b85e4e0" providerId="ADAL" clId="{26400A7F-3D87-4777-99CA-BB8F4654D9CF}" dt="2023-09-09T19:03:18.760" v="3770" actId="255"/>
          <ac:spMkLst>
            <pc:docMk/>
            <pc:sldMk cId="3518165027" sldId="256"/>
            <ac:spMk id="10" creationId="{00000000-0000-0000-0000-000000000000}"/>
          </ac:spMkLst>
        </pc:spChg>
        <pc:spChg chg="add del mod">
          <ac:chgData name="Surovi, Agnila Ghosh" userId="55d7b2db-3a0f-421b-b43f-d2cf2b85e4e0" providerId="ADAL" clId="{26400A7F-3D87-4777-99CA-BB8F4654D9CF}" dt="2023-09-09T19:28:44.255" v="4163" actId="478"/>
          <ac:spMkLst>
            <pc:docMk/>
            <pc:sldMk cId="3518165027" sldId="256"/>
            <ac:spMk id="12" creationId="{D2375C1B-AE6A-0542-8276-20F902CBC5AB}"/>
          </ac:spMkLst>
        </pc:spChg>
        <pc:spChg chg="mod">
          <ac:chgData name="Surovi, Agnila Ghosh" userId="55d7b2db-3a0f-421b-b43f-d2cf2b85e4e0" providerId="ADAL" clId="{26400A7F-3D87-4777-99CA-BB8F4654D9CF}" dt="2023-09-09T19:33:20.992" v="4173" actId="1076"/>
          <ac:spMkLst>
            <pc:docMk/>
            <pc:sldMk cId="3518165027" sldId="256"/>
            <ac:spMk id="13" creationId="{00000000-0000-0000-0000-000000000000}"/>
          </ac:spMkLst>
        </pc:spChg>
        <pc:spChg chg="add del mod">
          <ac:chgData name="Surovi, Agnila Ghosh" userId="55d7b2db-3a0f-421b-b43f-d2cf2b85e4e0" providerId="ADAL" clId="{26400A7F-3D87-4777-99CA-BB8F4654D9CF}" dt="2023-09-09T14:57:13.429" v="1125" actId="478"/>
          <ac:spMkLst>
            <pc:docMk/>
            <pc:sldMk cId="3518165027" sldId="256"/>
            <ac:spMk id="28" creationId="{631D0870-F465-C1DE-107C-4EDB4A9044CC}"/>
          </ac:spMkLst>
        </pc:spChg>
        <pc:spChg chg="add del mod">
          <ac:chgData name="Surovi, Agnila Ghosh" userId="55d7b2db-3a0f-421b-b43f-d2cf2b85e4e0" providerId="ADAL" clId="{26400A7F-3D87-4777-99CA-BB8F4654D9CF}" dt="2023-09-09T19:18:42.454" v="3924" actId="478"/>
          <ac:spMkLst>
            <pc:docMk/>
            <pc:sldMk cId="3518165027" sldId="256"/>
            <ac:spMk id="29" creationId="{6186958D-B9E3-FB27-0245-EC4B56A80734}"/>
          </ac:spMkLst>
        </pc:spChg>
        <pc:spChg chg="add del mod">
          <ac:chgData name="Surovi, Agnila Ghosh" userId="55d7b2db-3a0f-421b-b43f-d2cf2b85e4e0" providerId="ADAL" clId="{26400A7F-3D87-4777-99CA-BB8F4654D9CF}" dt="2023-08-29T21:04:34.605" v="347" actId="478"/>
          <ac:spMkLst>
            <pc:docMk/>
            <pc:sldMk cId="3518165027" sldId="256"/>
            <ac:spMk id="31" creationId="{09BDB915-2E3A-2357-D24E-A8327519A8FC}"/>
          </ac:spMkLst>
        </pc:spChg>
        <pc:spChg chg="add del mod">
          <ac:chgData name="Surovi, Agnila Ghosh" userId="55d7b2db-3a0f-421b-b43f-d2cf2b85e4e0" providerId="ADAL" clId="{26400A7F-3D87-4777-99CA-BB8F4654D9CF}" dt="2023-09-10T00:29:41.003" v="6333" actId="478"/>
          <ac:spMkLst>
            <pc:docMk/>
            <pc:sldMk cId="3518165027" sldId="256"/>
            <ac:spMk id="31" creationId="{D95C80E7-BA10-1402-739C-B7A2E9A294AA}"/>
          </ac:spMkLst>
        </pc:spChg>
        <pc:spChg chg="add del mod">
          <ac:chgData name="Surovi, Agnila Ghosh" userId="55d7b2db-3a0f-421b-b43f-d2cf2b85e4e0" providerId="ADAL" clId="{26400A7F-3D87-4777-99CA-BB8F4654D9CF}" dt="2023-09-09T17:52:36.837" v="2864" actId="478"/>
          <ac:spMkLst>
            <pc:docMk/>
            <pc:sldMk cId="3518165027" sldId="256"/>
            <ac:spMk id="32" creationId="{511CD3AB-BF0A-CEEB-20CF-1105599EB6EB}"/>
          </ac:spMkLst>
        </pc:spChg>
        <pc:spChg chg="add del mod">
          <ac:chgData name="Surovi, Agnila Ghosh" userId="55d7b2db-3a0f-421b-b43f-d2cf2b85e4e0" providerId="ADAL" clId="{26400A7F-3D87-4777-99CA-BB8F4654D9CF}" dt="2023-08-30T03:53:09.473" v="732" actId="478"/>
          <ac:spMkLst>
            <pc:docMk/>
            <pc:sldMk cId="3518165027" sldId="256"/>
            <ac:spMk id="32" creationId="{FC133ECE-EDF3-73E2-3881-99968C864B63}"/>
          </ac:spMkLst>
        </pc:spChg>
        <pc:spChg chg="add del mod">
          <ac:chgData name="Surovi, Agnila Ghosh" userId="55d7b2db-3a0f-421b-b43f-d2cf2b85e4e0" providerId="ADAL" clId="{26400A7F-3D87-4777-99CA-BB8F4654D9CF}" dt="2023-09-09T18:57:50.968" v="3740" actId="478"/>
          <ac:spMkLst>
            <pc:docMk/>
            <pc:sldMk cId="3518165027" sldId="256"/>
            <ac:spMk id="33" creationId="{CCC113FB-2D57-B056-5D94-B987AC28ABB3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33" creationId="{FABE2873-3EB7-F006-1730-0236E6DF2F90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34" creationId="{2A1EF193-0ABB-8430-CFB3-C29ACA5D183F}"/>
          </ac:spMkLst>
        </pc:spChg>
        <pc:spChg chg="add mod ord">
          <ac:chgData name="Surovi, Agnila Ghosh" userId="55d7b2db-3a0f-421b-b43f-d2cf2b85e4e0" providerId="ADAL" clId="{26400A7F-3D87-4777-99CA-BB8F4654D9CF}" dt="2023-09-10T02:01:34.695" v="6693" actId="1076"/>
          <ac:spMkLst>
            <pc:docMk/>
            <pc:sldMk cId="3518165027" sldId="256"/>
            <ac:spMk id="34" creationId="{88BDBAC1-AB61-B0A1-B2B4-27CD7C00F316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35" creationId="{D5FE4D10-05C7-4D1A-194B-CFA867D1B802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36" creationId="{6E5AECA5-7DA5-8271-FC77-7119DAEC9D60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37" creationId="{CF0A9C2F-6F36-9170-0FAF-E644D0D9D0C2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38" creationId="{B6B1F886-7908-11C0-13EF-70CB8A9752D2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39" creationId="{D572890E-D703-F8B6-1A85-5E4A66B74730}"/>
          </ac:spMkLst>
        </pc:spChg>
        <pc:spChg chg="add mod topLvl">
          <ac:chgData name="Surovi, Agnila Ghosh" userId="55d7b2db-3a0f-421b-b43f-d2cf2b85e4e0" providerId="ADAL" clId="{26400A7F-3D87-4777-99CA-BB8F4654D9CF}" dt="2023-09-10T02:26:15.891" v="6779" actId="1076"/>
          <ac:spMkLst>
            <pc:docMk/>
            <pc:sldMk cId="3518165027" sldId="256"/>
            <ac:spMk id="39" creationId="{F46957A3-45AF-1FA7-FA8D-31005081E796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0" creationId="{EAEB1BCD-55E1-3E62-AF14-E6CEF5B51D3A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1" creationId="{861B7EDD-D9EB-65C3-0963-FAC401C119FA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2" creationId="{0009826E-935B-A247-37B6-13B0FF7D0F2E}"/>
          </ac:spMkLst>
        </pc:spChg>
        <pc:spChg chg="mod">
          <ac:chgData name="Surovi, Agnila Ghosh" userId="55d7b2db-3a0f-421b-b43f-d2cf2b85e4e0" providerId="ADAL" clId="{26400A7F-3D87-4777-99CA-BB8F4654D9CF}" dt="2023-09-09T18:13:51.219" v="3170" actId="1076"/>
          <ac:spMkLst>
            <pc:docMk/>
            <pc:sldMk cId="3518165027" sldId="256"/>
            <ac:spMk id="43" creationId="{BE59BF7A-7F05-CE10-777E-7CB2E8D9CEF8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3" creationId="{D6A443F8-70F0-93AE-1DA6-DCC433ED1BC4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4" creationId="{9E3A18C3-9A3A-26E7-6BA2-072FFBBB71B5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5" creationId="{B79C41D5-3C7A-AE9C-FB57-08D4B24C7FC2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6" creationId="{8054FD5F-1753-79FC-BFDC-6A777ABAFDD2}"/>
          </ac:spMkLst>
        </pc:spChg>
        <pc:spChg chg="del mod">
          <ac:chgData name="Surovi, Agnila Ghosh" userId="55d7b2db-3a0f-421b-b43f-d2cf2b85e4e0" providerId="ADAL" clId="{26400A7F-3D87-4777-99CA-BB8F4654D9CF}" dt="2023-08-29T17:22:37.511" v="1" actId="478"/>
          <ac:spMkLst>
            <pc:docMk/>
            <pc:sldMk cId="3518165027" sldId="256"/>
            <ac:spMk id="47" creationId="{00000000-0000-0000-0000-000000000000}"/>
          </ac:spMkLst>
        </pc:spChg>
        <pc:spChg chg="del">
          <ac:chgData name="Surovi, Agnila Ghosh" userId="55d7b2db-3a0f-421b-b43f-d2cf2b85e4e0" providerId="ADAL" clId="{26400A7F-3D87-4777-99CA-BB8F4654D9CF}" dt="2023-08-29T17:22:39.782" v="2" actId="478"/>
          <ac:spMkLst>
            <pc:docMk/>
            <pc:sldMk cId="3518165027" sldId="256"/>
            <ac:spMk id="48" creationId="{00000000-0000-0000-0000-000000000000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49" creationId="{C216A577-BDFE-CB40-F986-48E2A3626960}"/>
          </ac:spMkLst>
        </pc:spChg>
        <pc:spChg chg="mod topLvl">
          <ac:chgData name="Surovi, Agnila Ghosh" userId="55d7b2db-3a0f-421b-b43f-d2cf2b85e4e0" providerId="ADAL" clId="{26400A7F-3D87-4777-99CA-BB8F4654D9CF}" dt="2023-09-10T02:26:30.091" v="6781" actId="1076"/>
          <ac:spMkLst>
            <pc:docMk/>
            <pc:sldMk cId="3518165027" sldId="256"/>
            <ac:spMk id="50" creationId="{6070E352-63EA-0BBA-6EB6-98BECD17B140}"/>
          </ac:spMkLst>
        </pc:spChg>
        <pc:spChg chg="add mod">
          <ac:chgData name="Surovi, Agnila Ghosh" userId="55d7b2db-3a0f-421b-b43f-d2cf2b85e4e0" providerId="ADAL" clId="{26400A7F-3D87-4777-99CA-BB8F4654D9CF}" dt="2023-08-30T03:52:09.067" v="731" actId="207"/>
          <ac:spMkLst>
            <pc:docMk/>
            <pc:sldMk cId="3518165027" sldId="256"/>
            <ac:spMk id="50" creationId="{D7E74067-62C4-1469-EDB0-A992D300416B}"/>
          </ac:spMkLst>
        </pc:spChg>
        <pc:spChg chg="add del mod">
          <ac:chgData name="Surovi, Agnila Ghosh" userId="55d7b2db-3a0f-421b-b43f-d2cf2b85e4e0" providerId="ADAL" clId="{26400A7F-3D87-4777-99CA-BB8F4654D9CF}" dt="2023-08-30T03:50:51.560" v="724" actId="478"/>
          <ac:spMkLst>
            <pc:docMk/>
            <pc:sldMk cId="3518165027" sldId="256"/>
            <ac:spMk id="51" creationId="{63B80890-25ED-96D2-0CCD-ED2DE4FD247E}"/>
          </ac:spMkLst>
        </pc:spChg>
        <pc:spChg chg="add del mod">
          <ac:chgData name="Surovi, Agnila Ghosh" userId="55d7b2db-3a0f-421b-b43f-d2cf2b85e4e0" providerId="ADAL" clId="{26400A7F-3D87-4777-99CA-BB8F4654D9CF}" dt="2023-08-30T03:50:52.520" v="725" actId="478"/>
          <ac:spMkLst>
            <pc:docMk/>
            <pc:sldMk cId="3518165027" sldId="256"/>
            <ac:spMk id="52" creationId="{3F537573-43C9-A90D-6611-16F65C1D5809}"/>
          </ac:spMkLst>
        </pc:spChg>
        <pc:spChg chg="add del mod">
          <ac:chgData name="Surovi, Agnila Ghosh" userId="55d7b2db-3a0f-421b-b43f-d2cf2b85e4e0" providerId="ADAL" clId="{26400A7F-3D87-4777-99CA-BB8F4654D9CF}" dt="2023-08-30T03:50:53.257" v="726" actId="478"/>
          <ac:spMkLst>
            <pc:docMk/>
            <pc:sldMk cId="3518165027" sldId="256"/>
            <ac:spMk id="53" creationId="{178C14A3-1626-47AA-80BE-46183A674F96}"/>
          </ac:spMkLst>
        </pc:spChg>
        <pc:spChg chg="add del mod">
          <ac:chgData name="Surovi, Agnila Ghosh" userId="55d7b2db-3a0f-421b-b43f-d2cf2b85e4e0" providerId="ADAL" clId="{26400A7F-3D87-4777-99CA-BB8F4654D9CF}" dt="2023-08-30T03:50:54.016" v="727" actId="478"/>
          <ac:spMkLst>
            <pc:docMk/>
            <pc:sldMk cId="3518165027" sldId="256"/>
            <ac:spMk id="54" creationId="{4CC7B9C7-0ED2-4468-CBCD-D7C1EFE952BB}"/>
          </ac:spMkLst>
        </pc:spChg>
        <pc:spChg chg="add mod">
          <ac:chgData name="Surovi, Agnila Ghosh" userId="55d7b2db-3a0f-421b-b43f-d2cf2b85e4e0" providerId="ADAL" clId="{26400A7F-3D87-4777-99CA-BB8F4654D9CF}" dt="2023-09-10T02:22:12.227" v="6774" actId="1076"/>
          <ac:spMkLst>
            <pc:docMk/>
            <pc:sldMk cId="3518165027" sldId="256"/>
            <ac:spMk id="55" creationId="{B93AE60F-4002-16F3-882F-AC6C4B86B8FE}"/>
          </ac:spMkLst>
        </pc:spChg>
        <pc:spChg chg="add del mod">
          <ac:chgData name="Surovi, Agnila Ghosh" userId="55d7b2db-3a0f-421b-b43f-d2cf2b85e4e0" providerId="ADAL" clId="{26400A7F-3D87-4777-99CA-BB8F4654D9CF}" dt="2023-08-30T03:59:27.148" v="738" actId="478"/>
          <ac:spMkLst>
            <pc:docMk/>
            <pc:sldMk cId="3518165027" sldId="256"/>
            <ac:spMk id="57" creationId="{6A1FE170-FFAF-8E22-474F-D6EE6F160CDA}"/>
          </ac:spMkLst>
        </pc:spChg>
        <pc:spChg chg="add del mod">
          <ac:chgData name="Surovi, Agnila Ghosh" userId="55d7b2db-3a0f-421b-b43f-d2cf2b85e4e0" providerId="ADAL" clId="{26400A7F-3D87-4777-99CA-BB8F4654D9CF}" dt="2023-09-09T18:39:19.485" v="3458" actId="478"/>
          <ac:spMkLst>
            <pc:docMk/>
            <pc:sldMk cId="3518165027" sldId="256"/>
            <ac:spMk id="57" creationId="{FE74EA7A-3837-4B24-734D-FEE5D5FAC6F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58" creationId="{4A1969F6-5D54-6E56-5560-E17883789658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59" creationId="{A7201740-9F50-E04B-BB42-5E337532495A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60" creationId="{9EA12887-E01E-3C91-DF72-1CDE813F363D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61" creationId="{A362326C-885F-3517-DF28-2525DA5806D6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62" creationId="{AB5A5DDF-14AD-6089-9D37-DF6BED53A575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63" creationId="{55158D41-91F2-A361-A90C-87359D4F455A}"/>
          </ac:spMkLst>
        </pc:spChg>
        <pc:spChg chg="add del mod">
          <ac:chgData name="Surovi, Agnila Ghosh" userId="55d7b2db-3a0f-421b-b43f-d2cf2b85e4e0" providerId="ADAL" clId="{26400A7F-3D87-4777-99CA-BB8F4654D9CF}" dt="2023-09-09T18:31:12.246" v="3381" actId="478"/>
          <ac:spMkLst>
            <pc:docMk/>
            <pc:sldMk cId="3518165027" sldId="256"/>
            <ac:spMk id="64" creationId="{46474979-9674-FE77-D2C1-4A2BAC8B683E}"/>
          </ac:spMkLst>
        </pc:spChg>
        <pc:spChg chg="add del mod">
          <ac:chgData name="Surovi, Agnila Ghosh" userId="55d7b2db-3a0f-421b-b43f-d2cf2b85e4e0" providerId="ADAL" clId="{26400A7F-3D87-4777-99CA-BB8F4654D9CF}" dt="2023-09-09T19:47:49.462" v="4228" actId="478"/>
          <ac:spMkLst>
            <pc:docMk/>
            <pc:sldMk cId="3518165027" sldId="256"/>
            <ac:spMk id="65" creationId="{EBEF95F2-E345-38E8-FB8B-43DA81B9921A}"/>
          </ac:spMkLst>
        </pc:spChg>
        <pc:spChg chg="del mod topLvl">
          <ac:chgData name="Surovi, Agnila Ghosh" userId="55d7b2db-3a0f-421b-b43f-d2cf2b85e4e0" providerId="ADAL" clId="{26400A7F-3D87-4777-99CA-BB8F4654D9CF}" dt="2023-09-09T18:34:05.928" v="3438" actId="478"/>
          <ac:spMkLst>
            <pc:docMk/>
            <pc:sldMk cId="3518165027" sldId="256"/>
            <ac:spMk id="69" creationId="{8D65F36B-AD31-7ADF-842E-C0EC875E1B54}"/>
          </ac:spMkLst>
        </pc:spChg>
        <pc:spChg chg="mod">
          <ac:chgData name="Surovi, Agnila Ghosh" userId="55d7b2db-3a0f-421b-b43f-d2cf2b85e4e0" providerId="ADAL" clId="{26400A7F-3D87-4777-99CA-BB8F4654D9CF}" dt="2023-09-09T18:41:22.504" v="3508" actId="6549"/>
          <ac:spMkLst>
            <pc:docMk/>
            <pc:sldMk cId="3518165027" sldId="256"/>
            <ac:spMk id="71" creationId="{3BC782A4-1141-AE99-D326-D5DC3E79B7A7}"/>
          </ac:spMkLst>
        </pc:spChg>
        <pc:spChg chg="mod">
          <ac:chgData name="Surovi, Agnila Ghosh" userId="55d7b2db-3a0f-421b-b43f-d2cf2b85e4e0" providerId="ADAL" clId="{26400A7F-3D87-4777-99CA-BB8F4654D9CF}" dt="2023-09-09T18:39:35.751" v="3461" actId="1076"/>
          <ac:spMkLst>
            <pc:docMk/>
            <pc:sldMk cId="3518165027" sldId="256"/>
            <ac:spMk id="72" creationId="{561FF9AD-1B88-60B4-A042-8817D17231E0}"/>
          </ac:spMkLst>
        </pc:spChg>
        <pc:spChg chg="add del">
          <ac:chgData name="Surovi, Agnila Ghosh" userId="55d7b2db-3a0f-421b-b43f-d2cf2b85e4e0" providerId="ADAL" clId="{26400A7F-3D87-4777-99CA-BB8F4654D9CF}" dt="2023-09-09T18:32:23.194" v="3424" actId="22"/>
          <ac:spMkLst>
            <pc:docMk/>
            <pc:sldMk cId="3518165027" sldId="256"/>
            <ac:spMk id="74" creationId="{35B5C2A3-09EC-3F13-266D-E7A27DF12346}"/>
          </ac:spMkLst>
        </pc:spChg>
        <pc:spChg chg="add mod ord">
          <ac:chgData name="Surovi, Agnila Ghosh" userId="55d7b2db-3a0f-421b-b43f-d2cf2b85e4e0" providerId="ADAL" clId="{26400A7F-3D87-4777-99CA-BB8F4654D9CF}" dt="2023-09-10T02:04:38.511" v="6701" actId="14100"/>
          <ac:spMkLst>
            <pc:docMk/>
            <pc:sldMk cId="3518165027" sldId="256"/>
            <ac:spMk id="75" creationId="{99C87EB2-FE72-7263-C2A0-A7E3123F7C25}"/>
          </ac:spMkLst>
        </pc:spChg>
        <pc:spChg chg="mod topLvl">
          <ac:chgData name="Surovi, Agnila Ghosh" userId="55d7b2db-3a0f-421b-b43f-d2cf2b85e4e0" providerId="ADAL" clId="{26400A7F-3D87-4777-99CA-BB8F4654D9CF}" dt="2023-09-10T01:57:50.386" v="6681" actId="1076"/>
          <ac:spMkLst>
            <pc:docMk/>
            <pc:sldMk cId="3518165027" sldId="256"/>
            <ac:spMk id="78" creationId="{6C58B767-8734-64EA-36C8-25ECE09552D3}"/>
          </ac:spMkLst>
        </pc:spChg>
        <pc:spChg chg="mod">
          <ac:chgData name="Surovi, Agnila Ghosh" userId="55d7b2db-3a0f-421b-b43f-d2cf2b85e4e0" providerId="ADAL" clId="{26400A7F-3D87-4777-99CA-BB8F4654D9CF}" dt="2023-09-10T01:56:43.594" v="6676" actId="6549"/>
          <ac:spMkLst>
            <pc:docMk/>
            <pc:sldMk cId="3518165027" sldId="256"/>
            <ac:spMk id="80" creationId="{7FBB4128-35FD-9DE5-0A22-2143A168BBEF}"/>
          </ac:spMkLst>
        </pc:spChg>
        <pc:spChg chg="mod">
          <ac:chgData name="Surovi, Agnila Ghosh" userId="55d7b2db-3a0f-421b-b43f-d2cf2b85e4e0" providerId="ADAL" clId="{26400A7F-3D87-4777-99CA-BB8F4654D9CF}" dt="2023-09-09T19:50:19.196" v="4279" actId="14100"/>
          <ac:spMkLst>
            <pc:docMk/>
            <pc:sldMk cId="3518165027" sldId="256"/>
            <ac:spMk id="81" creationId="{E44281CA-4F7D-F740-3B1D-D137C1FF8E63}"/>
          </ac:spMkLst>
        </pc:spChg>
        <pc:spChg chg="mod">
          <ac:chgData name="Surovi, Agnila Ghosh" userId="55d7b2db-3a0f-421b-b43f-d2cf2b85e4e0" providerId="ADAL" clId="{26400A7F-3D87-4777-99CA-BB8F4654D9CF}" dt="2023-09-11T00:09:25.623" v="8906" actId="14100"/>
          <ac:spMkLst>
            <pc:docMk/>
            <pc:sldMk cId="3518165027" sldId="256"/>
            <ac:spMk id="84" creationId="{5AE1D747-5545-FBBB-8402-301D71AF047C}"/>
          </ac:spMkLst>
        </pc:spChg>
        <pc:spChg chg="mod">
          <ac:chgData name="Surovi, Agnila Ghosh" userId="55d7b2db-3a0f-421b-b43f-d2cf2b85e4e0" providerId="ADAL" clId="{26400A7F-3D87-4777-99CA-BB8F4654D9CF}" dt="2023-09-11T00:09:12.286" v="8904" actId="1076"/>
          <ac:spMkLst>
            <pc:docMk/>
            <pc:sldMk cId="3518165027" sldId="256"/>
            <ac:spMk id="86" creationId="{40826F65-1BB6-E136-B569-0A5F0A546E46}"/>
          </ac:spMkLst>
        </pc:spChg>
        <pc:spChg chg="mod">
          <ac:chgData name="Surovi, Agnila Ghosh" userId="55d7b2db-3a0f-421b-b43f-d2cf2b85e4e0" providerId="ADAL" clId="{26400A7F-3D87-4777-99CA-BB8F4654D9CF}" dt="2023-09-11T00:09:17.975" v="8905" actId="1076"/>
          <ac:spMkLst>
            <pc:docMk/>
            <pc:sldMk cId="3518165027" sldId="256"/>
            <ac:spMk id="87" creationId="{F4AB6E17-3D82-30D2-8263-3B3BC247E380}"/>
          </ac:spMkLst>
        </pc:spChg>
        <pc:spChg chg="mod">
          <ac:chgData name="Surovi, Agnila Ghosh" userId="55d7b2db-3a0f-421b-b43f-d2cf2b85e4e0" providerId="ADAL" clId="{26400A7F-3D87-4777-99CA-BB8F4654D9CF}" dt="2023-09-09T19:10:35.635" v="3889" actId="14100"/>
          <ac:spMkLst>
            <pc:docMk/>
            <pc:sldMk cId="3518165027" sldId="256"/>
            <ac:spMk id="89" creationId="{221A84E1-0E8A-6100-E0D5-4A5A5DB4F8B8}"/>
          </ac:spMkLst>
        </pc:spChg>
        <pc:spChg chg="mod">
          <ac:chgData name="Surovi, Agnila Ghosh" userId="55d7b2db-3a0f-421b-b43f-d2cf2b85e4e0" providerId="ADAL" clId="{26400A7F-3D87-4777-99CA-BB8F4654D9CF}" dt="2023-09-09T19:08:48.235" v="3880" actId="6549"/>
          <ac:spMkLst>
            <pc:docMk/>
            <pc:sldMk cId="3518165027" sldId="256"/>
            <ac:spMk id="91" creationId="{A304EE48-135E-2F4A-EB0E-A3387D1B9598}"/>
          </ac:spMkLst>
        </pc:spChg>
        <pc:spChg chg="mod">
          <ac:chgData name="Surovi, Agnila Ghosh" userId="55d7b2db-3a0f-421b-b43f-d2cf2b85e4e0" providerId="ADAL" clId="{26400A7F-3D87-4777-99CA-BB8F4654D9CF}" dt="2023-09-09T19:08:01.061" v="3866" actId="20577"/>
          <ac:spMkLst>
            <pc:docMk/>
            <pc:sldMk cId="3518165027" sldId="256"/>
            <ac:spMk id="92" creationId="{0B1A505B-787C-9F33-7E4C-BC5F17879536}"/>
          </ac:spMkLst>
        </pc:spChg>
        <pc:spChg chg="mod">
          <ac:chgData name="Surovi, Agnila Ghosh" userId="55d7b2db-3a0f-421b-b43f-d2cf2b85e4e0" providerId="ADAL" clId="{26400A7F-3D87-4777-99CA-BB8F4654D9CF}" dt="2023-09-10T00:51:06.628" v="6457" actId="14100"/>
          <ac:spMkLst>
            <pc:docMk/>
            <pc:sldMk cId="3518165027" sldId="256"/>
            <ac:spMk id="94" creationId="{16132811-BF32-79B3-095D-3336A35BE701}"/>
          </ac:spMkLst>
        </pc:spChg>
        <pc:spChg chg="mod">
          <ac:chgData name="Surovi, Agnila Ghosh" userId="55d7b2db-3a0f-421b-b43f-d2cf2b85e4e0" providerId="ADAL" clId="{26400A7F-3D87-4777-99CA-BB8F4654D9CF}" dt="2023-09-10T02:06:01.486" v="6707" actId="113"/>
          <ac:spMkLst>
            <pc:docMk/>
            <pc:sldMk cId="3518165027" sldId="256"/>
            <ac:spMk id="96" creationId="{B4E4F8A9-E533-69E5-D361-857B1386E052}"/>
          </ac:spMkLst>
        </pc:spChg>
        <pc:spChg chg="mod">
          <ac:chgData name="Surovi, Agnila Ghosh" userId="55d7b2db-3a0f-421b-b43f-d2cf2b85e4e0" providerId="ADAL" clId="{26400A7F-3D87-4777-99CA-BB8F4654D9CF}" dt="2023-09-09T19:37:36.969" v="4179" actId="14100"/>
          <ac:spMkLst>
            <pc:docMk/>
            <pc:sldMk cId="3518165027" sldId="256"/>
            <ac:spMk id="97" creationId="{7E680808-6EBB-1CAF-F66F-45C836166599}"/>
          </ac:spMkLst>
        </pc:spChg>
        <pc:spChg chg="add del">
          <ac:chgData name="Surovi, Agnila Ghosh" userId="55d7b2db-3a0f-421b-b43f-d2cf2b85e4e0" providerId="ADAL" clId="{26400A7F-3D87-4777-99CA-BB8F4654D9CF}" dt="2023-09-09T19:19:35.975" v="4062" actId="22"/>
          <ac:spMkLst>
            <pc:docMk/>
            <pc:sldMk cId="3518165027" sldId="256"/>
            <ac:spMk id="99" creationId="{C046E0E5-A680-1C55-2E55-719D825D1C90}"/>
          </ac:spMkLst>
        </pc:spChg>
        <pc:spChg chg="mod">
          <ac:chgData name="Surovi, Agnila Ghosh" userId="55d7b2db-3a0f-421b-b43f-d2cf2b85e4e0" providerId="ADAL" clId="{26400A7F-3D87-4777-99CA-BB8F4654D9CF}" dt="2023-09-10T00:31:57.438" v="6344" actId="207"/>
          <ac:spMkLst>
            <pc:docMk/>
            <pc:sldMk cId="3518165027" sldId="256"/>
            <ac:spMk id="101" creationId="{9BD1C0F3-8F0B-2CE5-625A-D25804DFF7FC}"/>
          </ac:spMkLst>
        </pc:spChg>
        <pc:spChg chg="mod">
          <ac:chgData name="Surovi, Agnila Ghosh" userId="55d7b2db-3a0f-421b-b43f-d2cf2b85e4e0" providerId="ADAL" clId="{26400A7F-3D87-4777-99CA-BB8F4654D9CF}" dt="2023-09-10T03:52:02.079" v="6819" actId="1076"/>
          <ac:spMkLst>
            <pc:docMk/>
            <pc:sldMk cId="3518165027" sldId="256"/>
            <ac:spMk id="103" creationId="{C30C5F6D-8D0A-0128-5968-1426D74304CF}"/>
          </ac:spMkLst>
        </pc:spChg>
        <pc:spChg chg="mod">
          <ac:chgData name="Surovi, Agnila Ghosh" userId="55d7b2db-3a0f-421b-b43f-d2cf2b85e4e0" providerId="ADAL" clId="{26400A7F-3D87-4777-99CA-BB8F4654D9CF}" dt="2023-09-09T20:44:19.872" v="4447" actId="20577"/>
          <ac:spMkLst>
            <pc:docMk/>
            <pc:sldMk cId="3518165027" sldId="256"/>
            <ac:spMk id="104" creationId="{DAB8CE89-21A4-1BB3-C52D-748698EB9AEF}"/>
          </ac:spMkLst>
        </pc:spChg>
        <pc:spChg chg="add mod">
          <ac:chgData name="Surovi, Agnila Ghosh" userId="55d7b2db-3a0f-421b-b43f-d2cf2b85e4e0" providerId="ADAL" clId="{26400A7F-3D87-4777-99CA-BB8F4654D9CF}" dt="2023-09-10T02:32:52.489" v="6796" actId="1076"/>
          <ac:spMkLst>
            <pc:docMk/>
            <pc:sldMk cId="3518165027" sldId="256"/>
            <ac:spMk id="105" creationId="{EEB9C105-FA02-7CDA-9C57-1737B920B498}"/>
          </ac:spMkLst>
        </pc:spChg>
        <pc:spChg chg="add mod">
          <ac:chgData name="Surovi, Agnila Ghosh" userId="55d7b2db-3a0f-421b-b43f-d2cf2b85e4e0" providerId="ADAL" clId="{26400A7F-3D87-4777-99CA-BB8F4654D9CF}" dt="2023-09-10T02:25:44.330" v="6776" actId="1076"/>
          <ac:spMkLst>
            <pc:docMk/>
            <pc:sldMk cId="3518165027" sldId="256"/>
            <ac:spMk id="106" creationId="{C18D8EC5-2FA3-16CE-0536-ED873EE242CF}"/>
          </ac:spMkLst>
        </pc:spChg>
        <pc:spChg chg="mod">
          <ac:chgData name="Surovi, Agnila Ghosh" userId="55d7b2db-3a0f-421b-b43f-d2cf2b85e4e0" providerId="ADAL" clId="{26400A7F-3D87-4777-99CA-BB8F4654D9CF}" dt="2023-09-09T19:58:52.056" v="4331"/>
          <ac:spMkLst>
            <pc:docMk/>
            <pc:sldMk cId="3518165027" sldId="256"/>
            <ac:spMk id="108" creationId="{173BF0C8-0819-738F-7DC0-42AC17D7443B}"/>
          </ac:spMkLst>
        </pc:spChg>
        <pc:spChg chg="mod">
          <ac:chgData name="Surovi, Agnila Ghosh" userId="55d7b2db-3a0f-421b-b43f-d2cf2b85e4e0" providerId="ADAL" clId="{26400A7F-3D87-4777-99CA-BB8F4654D9CF}" dt="2023-09-09T19:58:52.056" v="4331"/>
          <ac:spMkLst>
            <pc:docMk/>
            <pc:sldMk cId="3518165027" sldId="256"/>
            <ac:spMk id="110" creationId="{EF9B2BCF-C026-3B01-A014-E4E6C0D4A242}"/>
          </ac:spMkLst>
        </pc:spChg>
        <pc:spChg chg="mod">
          <ac:chgData name="Surovi, Agnila Ghosh" userId="55d7b2db-3a0f-421b-b43f-d2cf2b85e4e0" providerId="ADAL" clId="{26400A7F-3D87-4777-99CA-BB8F4654D9CF}" dt="2023-09-09T19:58:52.056" v="4331"/>
          <ac:spMkLst>
            <pc:docMk/>
            <pc:sldMk cId="3518165027" sldId="256"/>
            <ac:spMk id="111" creationId="{1026A4AE-EF19-AF6B-6BA1-33D8DD9A65E5}"/>
          </ac:spMkLst>
        </pc:spChg>
        <pc:spChg chg="mod">
          <ac:chgData name="Surovi, Agnila Ghosh" userId="55d7b2db-3a0f-421b-b43f-d2cf2b85e4e0" providerId="ADAL" clId="{26400A7F-3D87-4777-99CA-BB8F4654D9CF}" dt="2023-09-10T02:09:01.638" v="6718" actId="14100"/>
          <ac:spMkLst>
            <pc:docMk/>
            <pc:sldMk cId="3518165027" sldId="256"/>
            <ac:spMk id="114" creationId="{2DF77FCE-AB54-6C87-CFBA-C441F8C7A104}"/>
          </ac:spMkLst>
        </pc:spChg>
        <pc:spChg chg="mod">
          <ac:chgData name="Surovi, Agnila Ghosh" userId="55d7b2db-3a0f-421b-b43f-d2cf2b85e4e0" providerId="ADAL" clId="{26400A7F-3D87-4777-99CA-BB8F4654D9CF}" dt="2023-09-11T00:09:53.315" v="8910" actId="1076"/>
          <ac:spMkLst>
            <pc:docMk/>
            <pc:sldMk cId="3518165027" sldId="256"/>
            <ac:spMk id="116" creationId="{C2D1C1DF-7F8F-4F24-A9DA-99F3E63655A9}"/>
          </ac:spMkLst>
        </pc:spChg>
        <pc:spChg chg="del mod">
          <ac:chgData name="Surovi, Agnila Ghosh" userId="55d7b2db-3a0f-421b-b43f-d2cf2b85e4e0" providerId="ADAL" clId="{26400A7F-3D87-4777-99CA-BB8F4654D9CF}" dt="2023-09-09T21:47:05.905" v="4845" actId="478"/>
          <ac:spMkLst>
            <pc:docMk/>
            <pc:sldMk cId="3518165027" sldId="256"/>
            <ac:spMk id="117" creationId="{B2F97C4A-052E-4FBD-A563-B69D54018970}"/>
          </ac:spMkLst>
        </pc:spChg>
        <pc:spChg chg="del mod">
          <ac:chgData name="Surovi, Agnila Ghosh" userId="55d7b2db-3a0f-421b-b43f-d2cf2b85e4e0" providerId="ADAL" clId="{26400A7F-3D87-4777-99CA-BB8F4654D9CF}" dt="2023-09-10T00:35:31.811" v="6385" actId="478"/>
          <ac:spMkLst>
            <pc:docMk/>
            <pc:sldMk cId="3518165027" sldId="256"/>
            <ac:spMk id="118" creationId="{79BFE88E-E63B-405B-B608-3FFD20ABFCDC}"/>
          </ac:spMkLst>
        </pc:spChg>
        <pc:spChg chg="del">
          <ac:chgData name="Surovi, Agnila Ghosh" userId="55d7b2db-3a0f-421b-b43f-d2cf2b85e4e0" providerId="ADAL" clId="{26400A7F-3D87-4777-99CA-BB8F4654D9CF}" dt="2023-09-09T16:30:07.558" v="1992" actId="478"/>
          <ac:spMkLst>
            <pc:docMk/>
            <pc:sldMk cId="3518165027" sldId="256"/>
            <ac:spMk id="119" creationId="{339EFCCF-B420-414A-9303-CD8552CC3E6C}"/>
          </ac:spMkLst>
        </pc:spChg>
        <pc:spChg chg="del">
          <ac:chgData name="Surovi, Agnila Ghosh" userId="55d7b2db-3a0f-421b-b43f-d2cf2b85e4e0" providerId="ADAL" clId="{26400A7F-3D87-4777-99CA-BB8F4654D9CF}" dt="2023-09-09T15:29:53.855" v="1492" actId="478"/>
          <ac:spMkLst>
            <pc:docMk/>
            <pc:sldMk cId="3518165027" sldId="256"/>
            <ac:spMk id="120" creationId="{5EAC506B-6958-4F48-A132-1E0EE8F09892}"/>
          </ac:spMkLst>
        </pc:spChg>
        <pc:spChg chg="del mod">
          <ac:chgData name="Surovi, Agnila Ghosh" userId="55d7b2db-3a0f-421b-b43f-d2cf2b85e4e0" providerId="ADAL" clId="{26400A7F-3D87-4777-99CA-BB8F4654D9CF}" dt="2023-09-09T17:52:05.558" v="2861" actId="478"/>
          <ac:spMkLst>
            <pc:docMk/>
            <pc:sldMk cId="3518165027" sldId="256"/>
            <ac:spMk id="121" creationId="{34765277-D6B1-4091-90E4-3AB9C366AC6B}"/>
          </ac:spMkLst>
        </pc:spChg>
        <pc:spChg chg="del mod">
          <ac:chgData name="Surovi, Agnila Ghosh" userId="55d7b2db-3a0f-421b-b43f-d2cf2b85e4e0" providerId="ADAL" clId="{26400A7F-3D87-4777-99CA-BB8F4654D9CF}" dt="2023-09-09T15:31:02.885" v="1500" actId="478"/>
          <ac:spMkLst>
            <pc:docMk/>
            <pc:sldMk cId="3518165027" sldId="256"/>
            <ac:spMk id="122" creationId="{7F2ECBFB-FB42-4B66-9BF2-411AB541CDC4}"/>
          </ac:spMkLst>
        </pc:spChg>
        <pc:spChg chg="del mod">
          <ac:chgData name="Surovi, Agnila Ghosh" userId="55d7b2db-3a0f-421b-b43f-d2cf2b85e4e0" providerId="ADAL" clId="{26400A7F-3D87-4777-99CA-BB8F4654D9CF}" dt="2023-09-09T15:35:51.514" v="1834" actId="478"/>
          <ac:spMkLst>
            <pc:docMk/>
            <pc:sldMk cId="3518165027" sldId="256"/>
            <ac:spMk id="123" creationId="{D10E698B-8F6E-42CC-B265-160170039241}"/>
          </ac:spMkLst>
        </pc:spChg>
        <pc:spChg chg="del mod">
          <ac:chgData name="Surovi, Agnila Ghosh" userId="55d7b2db-3a0f-421b-b43f-d2cf2b85e4e0" providerId="ADAL" clId="{26400A7F-3D87-4777-99CA-BB8F4654D9CF}" dt="2023-09-09T23:45:18.736" v="6050" actId="478"/>
          <ac:spMkLst>
            <pc:docMk/>
            <pc:sldMk cId="3518165027" sldId="256"/>
            <ac:spMk id="124" creationId="{F53D4F7B-3351-4FFF-979B-58228F603DDD}"/>
          </ac:spMkLst>
        </pc:spChg>
        <pc:spChg chg="mod">
          <ac:chgData name="Surovi, Agnila Ghosh" userId="55d7b2db-3a0f-421b-b43f-d2cf2b85e4e0" providerId="ADAL" clId="{26400A7F-3D87-4777-99CA-BB8F4654D9CF}" dt="2023-09-10T00:29:32.168" v="6331" actId="20577"/>
          <ac:spMkLst>
            <pc:docMk/>
            <pc:sldMk cId="3518165027" sldId="256"/>
            <ac:spMk id="125" creationId="{F09F87D7-3927-6865-6DDC-F5FF08C4EDBC}"/>
          </ac:spMkLst>
        </pc:spChg>
        <pc:spChg chg="mod">
          <ac:chgData name="Surovi, Agnila Ghosh" userId="55d7b2db-3a0f-421b-b43f-d2cf2b85e4e0" providerId="ADAL" clId="{26400A7F-3D87-4777-99CA-BB8F4654D9CF}" dt="2023-09-09T21:57:04.365" v="4867"/>
          <ac:spMkLst>
            <pc:docMk/>
            <pc:sldMk cId="3518165027" sldId="256"/>
            <ac:spMk id="127" creationId="{5C51E014-20BF-053A-6F0C-55C18AFB1B40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2" creationId="{99481B5B-9895-2224-DE50-5EE6A83F24BA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3" creationId="{E1915FED-17C4-7A85-DA43-7D044D0BEFED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4" creationId="{4F5C012C-34CA-8B29-A329-E9A3CA0D7970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5" creationId="{CCCABF8A-1616-C325-109D-06F7303EB948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6" creationId="{40E5943A-E66E-794B-4982-C1C905F323B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7" creationId="{69C313C2-E90F-1F14-BD83-C445F8026343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8" creationId="{ABD07956-F373-7FB1-4401-317D381DCC23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99" creationId="{8D200B6E-61CC-56EE-00F6-AAD0F8493C6B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00" creationId="{43BB7A9C-EBA9-E8DA-A3C2-FED6F20E988C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01" creationId="{5B19D5E2-1494-28CB-6CA1-37103C6B16DA}"/>
          </ac:spMkLst>
        </pc:spChg>
        <pc:spChg chg="add del mod">
          <ac:chgData name="Surovi, Agnila Ghosh" userId="55d7b2db-3a0f-421b-b43f-d2cf2b85e4e0" providerId="ADAL" clId="{26400A7F-3D87-4777-99CA-BB8F4654D9CF}" dt="2023-08-30T04:29:09.166" v="998" actId="478"/>
          <ac:spMkLst>
            <pc:docMk/>
            <pc:sldMk cId="3518165027" sldId="256"/>
            <ac:spMk id="202" creationId="{2213BECA-A4FF-61FA-4D4B-1E12FDA314B1}"/>
          </ac:spMkLst>
        </pc:spChg>
        <pc:spChg chg="mod">
          <ac:chgData name="Surovi, Agnila Ghosh" userId="55d7b2db-3a0f-421b-b43f-d2cf2b85e4e0" providerId="ADAL" clId="{26400A7F-3D87-4777-99CA-BB8F4654D9CF}" dt="2023-09-09T21:57:04.365" v="4867"/>
          <ac:spMkLst>
            <pc:docMk/>
            <pc:sldMk cId="3518165027" sldId="256"/>
            <ac:spMk id="202" creationId="{C775307C-4025-840C-E3AD-152236EB6EC6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03" creationId="{9361A2CC-C377-578D-423F-4BDECB336ABD}"/>
          </ac:spMkLst>
        </pc:spChg>
        <pc:spChg chg="mod">
          <ac:chgData name="Surovi, Agnila Ghosh" userId="55d7b2db-3a0f-421b-b43f-d2cf2b85e4e0" providerId="ADAL" clId="{26400A7F-3D87-4777-99CA-BB8F4654D9CF}" dt="2023-09-09T21:57:04.365" v="4867"/>
          <ac:spMkLst>
            <pc:docMk/>
            <pc:sldMk cId="3518165027" sldId="256"/>
            <ac:spMk id="204" creationId="{35A421B9-537D-9551-2E6D-ADCBD5CB82F2}"/>
          </ac:spMkLst>
        </pc:spChg>
        <pc:spChg chg="add del mod">
          <ac:chgData name="Surovi, Agnila Ghosh" userId="55d7b2db-3a0f-421b-b43f-d2cf2b85e4e0" providerId="ADAL" clId="{26400A7F-3D87-4777-99CA-BB8F4654D9CF}" dt="2023-08-30T04:29:10.125" v="999" actId="478"/>
          <ac:spMkLst>
            <pc:docMk/>
            <pc:sldMk cId="3518165027" sldId="256"/>
            <ac:spMk id="204" creationId="{66E286CE-D2DD-B9E8-B858-37C5AC779C1E}"/>
          </ac:spMkLst>
        </pc:spChg>
        <pc:spChg chg="add del mod">
          <ac:chgData name="Surovi, Agnila Ghosh" userId="55d7b2db-3a0f-421b-b43f-d2cf2b85e4e0" providerId="ADAL" clId="{26400A7F-3D87-4777-99CA-BB8F4654D9CF}" dt="2023-08-30T04:29:11.973" v="1001" actId="478"/>
          <ac:spMkLst>
            <pc:docMk/>
            <pc:sldMk cId="3518165027" sldId="256"/>
            <ac:spMk id="205" creationId="{31E0BCCE-4946-C5CA-BE3F-FB6FE8326872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06" creationId="{939F1141-9035-8849-EB8C-D73D673E12EF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07" creationId="{77FE149B-C964-CEA0-2BA2-2F71E553C9B2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08" creationId="{DE49EC37-81C3-6F47-1A4E-0BA20D110F6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09" creationId="{8C3FC013-C731-A5C5-514F-BBC449CF46A2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0" creationId="{58AFF5EE-5844-94CC-B558-C1B1ADBAECD8}"/>
          </ac:spMkLst>
        </pc:spChg>
        <pc:spChg chg="del">
          <ac:chgData name="Surovi, Agnila Ghosh" userId="55d7b2db-3a0f-421b-b43f-d2cf2b85e4e0" providerId="ADAL" clId="{26400A7F-3D87-4777-99CA-BB8F4654D9CF}" dt="2023-08-29T20:28:27.142" v="137" actId="478"/>
          <ac:spMkLst>
            <pc:docMk/>
            <pc:sldMk cId="3518165027" sldId="256"/>
            <ac:spMk id="211" creationId="{00000000-0000-0000-0000-000000000000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3" creationId="{689BEE30-C0DF-2CE1-6CBA-A49716CA81AF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4" creationId="{968D279B-CE32-7071-3098-CEBFE16A9DBC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5" creationId="{EDD82165-43E5-38BE-D05E-0E87BC3F11B9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6" creationId="{81E9386E-A02B-4ADE-06BF-47D9AFEA6277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7" creationId="{C9465A63-DA80-E0BF-220F-04169E0477F9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8" creationId="{52C60D24-456A-5C2F-E281-BCB064CD8BD0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19" creationId="{4F584514-6403-E468-94FC-4A19A845CC0A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0" creationId="{F3A5BA25-B655-CC51-541B-4DD517D5614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1" creationId="{F2DEAA29-B153-3504-CDD9-27028F4BE947}"/>
          </ac:spMkLst>
        </pc:spChg>
        <pc:spChg chg="add del mod">
          <ac:chgData name="Surovi, Agnila Ghosh" userId="55d7b2db-3a0f-421b-b43f-d2cf2b85e4e0" providerId="ADAL" clId="{26400A7F-3D87-4777-99CA-BB8F4654D9CF}" dt="2023-08-30T04:29:11.019" v="1000" actId="478"/>
          <ac:spMkLst>
            <pc:docMk/>
            <pc:sldMk cId="3518165027" sldId="256"/>
            <ac:spMk id="222" creationId="{3604329D-D833-8192-3D3F-4711D4F423A6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3" creationId="{52ADC87B-117D-A544-4B87-E711F017ACDC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4" creationId="{B579FA74-C93A-D2DF-1B96-46792868291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5" creationId="{44A7ADE8-F55D-130C-FB29-E44671E128DD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6" creationId="{BAFA5918-ACE5-AA62-58EA-006C87BAC67D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7" creationId="{62F1D16D-C104-1C71-E48B-9B18D02F1095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8" creationId="{21343EDD-EE8E-3E28-ACB1-74FEF38C78F0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29" creationId="{5911A610-8312-3116-76DE-EF3F80E775CF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30" creationId="{5A6A99AE-A2C9-F314-645C-EFC2BABF31F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231" creationId="{81B6A262-1D81-6E58-3889-F780FEAB0405}"/>
          </ac:spMkLst>
        </pc:spChg>
        <pc:spChg chg="mod">
          <ac:chgData name="Surovi, Agnila Ghosh" userId="55d7b2db-3a0f-421b-b43f-d2cf2b85e4e0" providerId="ADAL" clId="{26400A7F-3D87-4777-99CA-BB8F4654D9CF}" dt="2023-09-09T22:01:24.916" v="4873"/>
          <ac:spMkLst>
            <pc:docMk/>
            <pc:sldMk cId="3518165027" sldId="256"/>
            <ac:spMk id="241" creationId="{33EFC211-C148-462C-74CB-11E18C7F33EE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24" creationId="{3ABCBCFC-CB85-0FB5-8547-E6FE51A2838B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25" creationId="{6C90B1BC-9732-C4BF-FA10-FCAE3C550FAA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27" creationId="{5BC6E33E-0818-6387-3655-F8A69F5BBF4F}"/>
          </ac:spMkLst>
        </pc:spChg>
        <pc:spChg chg="mod">
          <ac:chgData name="Surovi, Agnila Ghosh" userId="55d7b2db-3a0f-421b-b43f-d2cf2b85e4e0" providerId="ADAL" clId="{26400A7F-3D87-4777-99CA-BB8F4654D9CF}" dt="2023-09-09T21:57:04.365" v="4867"/>
          <ac:spMkLst>
            <pc:docMk/>
            <pc:sldMk cId="3518165027" sldId="256"/>
            <ac:spMk id="1028" creationId="{F34B3902-6B73-9643-5AA5-019258EACB10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29" creationId="{5865ED63-89A2-F85C-01D9-D3A54455B6A3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31" creationId="{46DE8FBB-3317-2F8B-3D3C-7073D3B999DF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33" creationId="{663DE0BD-DB74-2D9C-301D-869E70D01D98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35" creationId="{023CCC72-6482-D61D-53F8-F8EDFD9953FE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37" creationId="{16749B93-4193-4992-F5D4-C63BE6979BEF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38" creationId="{380EC238-CDAA-4FB1-51E3-185910A2A737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39" creationId="{34812E48-FC30-B6B2-9AFA-B95706D8100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1" creationId="{DFBDA242-156A-0987-2374-473B0B2EAF7E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2" creationId="{2A9D92A7-4F5E-631F-A64E-1D7A9016AEFB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3" creationId="{5FF61840-72B4-5B65-B846-773031F3937B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4" creationId="{DA3416B8-DF30-9FEA-0FBF-170B1AF4D1A9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5" creationId="{E20EB405-6044-A8FE-B409-8872E047733F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6" creationId="{E5B34D36-60BB-4FD7-468B-19C936570DDE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7" creationId="{7834A6EF-BFCC-A35A-391B-3EF237CC9763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8" creationId="{F8E0A1FE-93C7-95F6-DEA3-65197D0576D3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49" creationId="{2B510036-95DF-6EC5-3C9E-B0E16F447ED2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0" creationId="{4773B554-4E84-4C80-0066-77B305A0B522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1" creationId="{2EA5F8FC-4E10-1204-0B47-17393D19A135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2" creationId="{5C45C011-719F-3DDE-DCCF-68B4480B41A2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3" creationId="{A785FE30-3757-745F-4332-FD6C8986ED9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4" creationId="{DF39CCA2-048A-0FAB-6CBB-4BD611FA25DE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5" creationId="{243E713E-0D88-CAEE-344D-9BFC4B1877B3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6" creationId="{4BB71FF8-2228-4ED9-1EB5-3A13958D832A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7" creationId="{0FA48F26-5001-D784-DA28-B48D7D17C7B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8" creationId="{9AEEB5D4-50A5-6D47-B3BE-8442A58D3AC7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59" creationId="{9F075C07-E65A-33CF-751B-EA170CEF6C69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0" creationId="{F57AF226-E53D-42C5-D02A-0F213B9D575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1" creationId="{E9D6C39B-EA5F-7816-7669-FD77FCC85597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2" creationId="{4E11BD05-0326-BFEF-D6A5-C3BCE8B3D717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3" creationId="{8674AA81-1D9B-DB3D-8EE9-EDAC0605EC2D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4" creationId="{723C13BA-9E76-0A2E-A31E-3019F00F218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5" creationId="{1240DC84-C05A-DA6B-E398-7798DDDBDEE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6" creationId="{BEE3EECF-E94D-B927-DD51-1571EB3E84B8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7" creationId="{026E100A-9893-B83D-57D9-5258EABCABB8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8" creationId="{54797B5E-1291-51BE-1D2A-A64FAE74036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69" creationId="{C73ADCDE-C076-A716-4441-40EECE90E169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70" creationId="{3DB0FA55-3FA7-20E1-5AAB-415F5FEDF01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71" creationId="{8B8B8C76-0708-1963-863E-DCABF542003B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72" creationId="{046DDCD2-FF08-7466-B2D1-4FE5C0AEE25C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73" creationId="{33D56462-302F-F8B7-FA22-5DF9EDC5E7B1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74" creationId="{00FC807C-D339-CBA1-B1F0-B2EFA80BECD4}"/>
          </ac:spMkLst>
        </pc:spChg>
        <pc:spChg chg="add del mod">
          <ac:chgData name="Surovi, Agnila Ghosh" userId="55d7b2db-3a0f-421b-b43f-d2cf2b85e4e0" providerId="ADAL" clId="{26400A7F-3D87-4777-99CA-BB8F4654D9CF}" dt="2023-08-30T04:13:46.005" v="877"/>
          <ac:spMkLst>
            <pc:docMk/>
            <pc:sldMk cId="3518165027" sldId="256"/>
            <ac:spMk id="1075" creationId="{9A1E5843-82D1-9B59-AAD3-D9CABE6A0ED9}"/>
          </ac:spMkLst>
        </pc:spChg>
        <pc:spChg chg="add del mod">
          <ac:chgData name="Surovi, Agnila Ghosh" userId="55d7b2db-3a0f-421b-b43f-d2cf2b85e4e0" providerId="ADAL" clId="{26400A7F-3D87-4777-99CA-BB8F4654D9CF}" dt="2023-08-30T04:13:46.005" v="877"/>
          <ac:spMkLst>
            <pc:docMk/>
            <pc:sldMk cId="3518165027" sldId="256"/>
            <ac:spMk id="1076" creationId="{047B9384-A552-1D5F-6C31-D210BBE32B18}"/>
          </ac:spMkLst>
        </pc:spChg>
        <pc:spChg chg="mod">
          <ac:chgData name="Surovi, Agnila Ghosh" userId="55d7b2db-3a0f-421b-b43f-d2cf2b85e4e0" providerId="ADAL" clId="{26400A7F-3D87-4777-99CA-BB8F4654D9CF}" dt="2023-09-09T21:57:04.365" v="4867"/>
          <ac:spMkLst>
            <pc:docMk/>
            <pc:sldMk cId="3518165027" sldId="256"/>
            <ac:spMk id="1077" creationId="{86862C4C-8481-BF78-CB46-D88E9956EB8C}"/>
          </ac:spMkLst>
        </pc:spChg>
        <pc:spChg chg="add del mod">
          <ac:chgData name="Surovi, Agnila Ghosh" userId="55d7b2db-3a0f-421b-b43f-d2cf2b85e4e0" providerId="ADAL" clId="{26400A7F-3D87-4777-99CA-BB8F4654D9CF}" dt="2023-08-30T04:13:46.005" v="877"/>
          <ac:spMkLst>
            <pc:docMk/>
            <pc:sldMk cId="3518165027" sldId="256"/>
            <ac:spMk id="1077" creationId="{F925B142-B2CF-7AE8-3EF1-3029EA96FE7F}"/>
          </ac:spMkLst>
        </pc:spChg>
        <pc:spChg chg="add del mod">
          <ac:chgData name="Surovi, Agnila Ghosh" userId="55d7b2db-3a0f-421b-b43f-d2cf2b85e4e0" providerId="ADAL" clId="{26400A7F-3D87-4777-99CA-BB8F4654D9CF}" dt="2023-08-30T04:13:46.005" v="877"/>
          <ac:spMkLst>
            <pc:docMk/>
            <pc:sldMk cId="3518165027" sldId="256"/>
            <ac:spMk id="1078" creationId="{23EAEDD8-8B9E-11AC-3A3D-753C8FFAD7C0}"/>
          </ac:spMkLst>
        </pc:spChg>
        <pc:spChg chg="add del mod">
          <ac:chgData name="Surovi, Agnila Ghosh" userId="55d7b2db-3a0f-421b-b43f-d2cf2b85e4e0" providerId="ADAL" clId="{26400A7F-3D87-4777-99CA-BB8F4654D9CF}" dt="2023-08-30T04:13:46.005" v="877"/>
          <ac:spMkLst>
            <pc:docMk/>
            <pc:sldMk cId="3518165027" sldId="256"/>
            <ac:spMk id="1079" creationId="{0BE64FFB-1AA9-FDD6-D375-A001CCDCD127}"/>
          </ac:spMkLst>
        </pc:spChg>
        <pc:spChg chg="add del mod">
          <ac:chgData name="Surovi, Agnila Ghosh" userId="55d7b2db-3a0f-421b-b43f-d2cf2b85e4e0" providerId="ADAL" clId="{26400A7F-3D87-4777-99CA-BB8F4654D9CF}" dt="2023-08-30T04:13:46.005" v="877"/>
          <ac:spMkLst>
            <pc:docMk/>
            <pc:sldMk cId="3518165027" sldId="256"/>
            <ac:spMk id="1080" creationId="{10A796C0-A2B2-C58F-C86C-08B9142E1D7F}"/>
          </ac:spMkLst>
        </pc:spChg>
        <pc:spChg chg="add del mod">
          <ac:chgData name="Surovi, Agnila Ghosh" userId="55d7b2db-3a0f-421b-b43f-d2cf2b85e4e0" providerId="ADAL" clId="{26400A7F-3D87-4777-99CA-BB8F4654D9CF}" dt="2023-08-30T04:13:46.005" v="877"/>
          <ac:spMkLst>
            <pc:docMk/>
            <pc:sldMk cId="3518165027" sldId="256"/>
            <ac:spMk id="1081" creationId="{53A7CBBE-7D51-9B82-9DD0-41990DA98DA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82" creationId="{1E1E20FC-78EE-C9BE-70AE-F73D18F4894D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83" creationId="{F24D792C-F582-01D9-92F0-EC689BF099EF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84" creationId="{13B98ED7-866D-47D2-83EA-7D59B8A830BD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85" creationId="{FD88AEFC-B864-8CBF-8AEF-359A0AA074E3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86" creationId="{0401C5ED-B963-D135-C7A0-44D537F462F4}"/>
          </ac:spMkLst>
        </pc:spChg>
        <pc:spChg chg="add mod topLvl">
          <ac:chgData name="Surovi, Agnila Ghosh" userId="55d7b2db-3a0f-421b-b43f-d2cf2b85e4e0" providerId="ADAL" clId="{26400A7F-3D87-4777-99CA-BB8F4654D9CF}" dt="2023-08-30T04:33:19.724" v="1032" actId="164"/>
          <ac:spMkLst>
            <pc:docMk/>
            <pc:sldMk cId="3518165027" sldId="256"/>
            <ac:spMk id="1087" creationId="{F6D6236F-B30D-1E45-4FE4-F1599501F817}"/>
          </ac:spMkLst>
        </pc:spChg>
        <pc:spChg chg="mod">
          <ac:chgData name="Surovi, Agnila Ghosh" userId="55d7b2db-3a0f-421b-b43f-d2cf2b85e4e0" providerId="ADAL" clId="{26400A7F-3D87-4777-99CA-BB8F4654D9CF}" dt="2023-09-09T22:15:12.108" v="4903"/>
          <ac:spMkLst>
            <pc:docMk/>
            <pc:sldMk cId="3518165027" sldId="256"/>
            <ac:spMk id="1283" creationId="{D0B39201-FE3C-9AD4-CBD6-218D53C49291}"/>
          </ac:spMkLst>
        </pc:spChg>
        <pc:spChg chg="mod">
          <ac:chgData name="Surovi, Agnila Ghosh" userId="55d7b2db-3a0f-421b-b43f-d2cf2b85e4e0" providerId="ADAL" clId="{26400A7F-3D87-4777-99CA-BB8F4654D9CF}" dt="2023-09-09T22:15:12.108" v="4903"/>
          <ac:spMkLst>
            <pc:docMk/>
            <pc:sldMk cId="3518165027" sldId="256"/>
            <ac:spMk id="1284" creationId="{C0CCB730-5F76-E743-1DC9-D61CCE22D119}"/>
          </ac:spMkLst>
        </pc:spChg>
        <pc:spChg chg="add mod">
          <ac:chgData name="Surovi, Agnila Ghosh" userId="55d7b2db-3a0f-421b-b43f-d2cf2b85e4e0" providerId="ADAL" clId="{26400A7F-3D87-4777-99CA-BB8F4654D9CF}" dt="2023-09-10T02:11:55.325" v="6738" actId="1076"/>
          <ac:spMkLst>
            <pc:docMk/>
            <pc:sldMk cId="3518165027" sldId="256"/>
            <ac:spMk id="1287" creationId="{58B3D127-CDF7-CC29-129B-0D3D4A9A0964}"/>
          </ac:spMkLst>
        </pc:spChg>
        <pc:spChg chg="add mod">
          <ac:chgData name="Surovi, Agnila Ghosh" userId="55d7b2db-3a0f-421b-b43f-d2cf2b85e4e0" providerId="ADAL" clId="{26400A7F-3D87-4777-99CA-BB8F4654D9CF}" dt="2023-09-10T00:37:01.585" v="6388" actId="113"/>
          <ac:spMkLst>
            <pc:docMk/>
            <pc:sldMk cId="3518165027" sldId="256"/>
            <ac:spMk id="1288" creationId="{4198FDAB-C073-7D3A-F006-468FEAB247AB}"/>
          </ac:spMkLst>
        </pc:spChg>
        <pc:spChg chg="add mod">
          <ac:chgData name="Surovi, Agnila Ghosh" userId="55d7b2db-3a0f-421b-b43f-d2cf2b85e4e0" providerId="ADAL" clId="{26400A7F-3D87-4777-99CA-BB8F4654D9CF}" dt="2023-09-10T03:51:51.559" v="6818" actId="1076"/>
          <ac:spMkLst>
            <pc:docMk/>
            <pc:sldMk cId="3518165027" sldId="256"/>
            <ac:spMk id="1291" creationId="{70855376-D23A-0B76-4229-BA8276978E13}"/>
          </ac:spMkLst>
        </pc:spChg>
        <pc:spChg chg="add mod">
          <ac:chgData name="Surovi, Agnila Ghosh" userId="55d7b2db-3a0f-421b-b43f-d2cf2b85e4e0" providerId="ADAL" clId="{26400A7F-3D87-4777-99CA-BB8F4654D9CF}" dt="2023-09-10T02:12:28.385" v="6744" actId="113"/>
          <ac:spMkLst>
            <pc:docMk/>
            <pc:sldMk cId="3518165027" sldId="256"/>
            <ac:spMk id="1292" creationId="{6FAA1DE9-69C5-DCAC-6AA6-51F8960845BE}"/>
          </ac:spMkLst>
        </pc:spChg>
        <pc:spChg chg="add mod">
          <ac:chgData name="Surovi, Agnila Ghosh" userId="55d7b2db-3a0f-421b-b43f-d2cf2b85e4e0" providerId="ADAL" clId="{26400A7F-3D87-4777-99CA-BB8F4654D9CF}" dt="2023-09-10T02:12:25.322" v="6743" actId="113"/>
          <ac:spMkLst>
            <pc:docMk/>
            <pc:sldMk cId="3518165027" sldId="256"/>
            <ac:spMk id="1293" creationId="{46EA22BA-E6EA-4898-7A71-541847C96594}"/>
          </ac:spMkLst>
        </pc:spChg>
        <pc:spChg chg="add mod">
          <ac:chgData name="Surovi, Agnila Ghosh" userId="55d7b2db-3a0f-421b-b43f-d2cf2b85e4e0" providerId="ADAL" clId="{26400A7F-3D87-4777-99CA-BB8F4654D9CF}" dt="2023-09-10T00:37:06.929" v="6389" actId="113"/>
          <ac:spMkLst>
            <pc:docMk/>
            <pc:sldMk cId="3518165027" sldId="256"/>
            <ac:spMk id="1296" creationId="{82833015-9E49-8FDA-0D95-65275C41684C}"/>
          </ac:spMkLst>
        </pc:spChg>
        <pc:spChg chg="add mod">
          <ac:chgData name="Surovi, Agnila Ghosh" userId="55d7b2db-3a0f-421b-b43f-d2cf2b85e4e0" providerId="ADAL" clId="{26400A7F-3D87-4777-99CA-BB8F4654D9CF}" dt="2023-09-10T02:12:16.496" v="6742" actId="113"/>
          <ac:spMkLst>
            <pc:docMk/>
            <pc:sldMk cId="3518165027" sldId="256"/>
            <ac:spMk id="1298" creationId="{5717E816-CC47-7A26-F32F-0B36B44BBADB}"/>
          </ac:spMkLst>
        </pc:spChg>
        <pc:spChg chg="add mod">
          <ac:chgData name="Surovi, Agnila Ghosh" userId="55d7b2db-3a0f-421b-b43f-d2cf2b85e4e0" providerId="ADAL" clId="{26400A7F-3D87-4777-99CA-BB8F4654D9CF}" dt="2023-09-10T00:37:13.180" v="6391" actId="14100"/>
          <ac:spMkLst>
            <pc:docMk/>
            <pc:sldMk cId="3518165027" sldId="256"/>
            <ac:spMk id="1300" creationId="{492E3E64-E4BB-1B64-C461-D52E74B16843}"/>
          </ac:spMkLst>
        </pc:spChg>
        <pc:spChg chg="mod">
          <ac:chgData name="Surovi, Agnila Ghosh" userId="55d7b2db-3a0f-421b-b43f-d2cf2b85e4e0" providerId="ADAL" clId="{26400A7F-3D87-4777-99CA-BB8F4654D9CF}" dt="2023-09-09T23:45:28.729" v="6051"/>
          <ac:spMkLst>
            <pc:docMk/>
            <pc:sldMk cId="3518165027" sldId="256"/>
            <ac:spMk id="1303" creationId="{EE997ECE-3534-8612-7C2E-E9289E8FEB9F}"/>
          </ac:spMkLst>
        </pc:spChg>
        <pc:spChg chg="mod">
          <ac:chgData name="Surovi, Agnila Ghosh" userId="55d7b2db-3a0f-421b-b43f-d2cf2b85e4e0" providerId="ADAL" clId="{26400A7F-3D87-4777-99CA-BB8F4654D9CF}" dt="2023-09-09T23:45:28.729" v="6051"/>
          <ac:spMkLst>
            <pc:docMk/>
            <pc:sldMk cId="3518165027" sldId="256"/>
            <ac:spMk id="1305" creationId="{CA031552-66A0-491A-5343-1F89F6E9F956}"/>
          </ac:spMkLst>
        </pc:spChg>
        <pc:spChg chg="mod">
          <ac:chgData name="Surovi, Agnila Ghosh" userId="55d7b2db-3a0f-421b-b43f-d2cf2b85e4e0" providerId="ADAL" clId="{26400A7F-3D87-4777-99CA-BB8F4654D9CF}" dt="2023-09-09T23:45:28.729" v="6051"/>
          <ac:spMkLst>
            <pc:docMk/>
            <pc:sldMk cId="3518165027" sldId="256"/>
            <ac:spMk id="1306" creationId="{A0E49CCA-BED5-7C0C-5D07-41B3F25C76A7}"/>
          </ac:spMkLst>
        </pc:spChg>
        <pc:spChg chg="mod">
          <ac:chgData name="Surovi, Agnila Ghosh" userId="55d7b2db-3a0f-421b-b43f-d2cf2b85e4e0" providerId="ADAL" clId="{26400A7F-3D87-4777-99CA-BB8F4654D9CF}" dt="2023-09-09T23:45:40.007" v="6054"/>
          <ac:spMkLst>
            <pc:docMk/>
            <pc:sldMk cId="3518165027" sldId="256"/>
            <ac:spMk id="1308" creationId="{DC9DFFFC-C9F7-6B0C-DF49-27E752AC4F86}"/>
          </ac:spMkLst>
        </pc:spChg>
        <pc:spChg chg="mod">
          <ac:chgData name="Surovi, Agnila Ghosh" userId="55d7b2db-3a0f-421b-b43f-d2cf2b85e4e0" providerId="ADAL" clId="{26400A7F-3D87-4777-99CA-BB8F4654D9CF}" dt="2023-09-09T23:45:40.007" v="6054"/>
          <ac:spMkLst>
            <pc:docMk/>
            <pc:sldMk cId="3518165027" sldId="256"/>
            <ac:spMk id="1310" creationId="{4AE494B4-8D20-440D-9F73-EE5684F531F8}"/>
          </ac:spMkLst>
        </pc:spChg>
        <pc:spChg chg="mod">
          <ac:chgData name="Surovi, Agnila Ghosh" userId="55d7b2db-3a0f-421b-b43f-d2cf2b85e4e0" providerId="ADAL" clId="{26400A7F-3D87-4777-99CA-BB8F4654D9CF}" dt="2023-09-09T23:45:40.007" v="6054"/>
          <ac:spMkLst>
            <pc:docMk/>
            <pc:sldMk cId="3518165027" sldId="256"/>
            <ac:spMk id="1311" creationId="{9EC83A76-7EEB-EA80-CEFF-3A95E361169F}"/>
          </ac:spMkLst>
        </pc:spChg>
        <pc:spChg chg="mod">
          <ac:chgData name="Surovi, Agnila Ghosh" userId="55d7b2db-3a0f-421b-b43f-d2cf2b85e4e0" providerId="ADAL" clId="{26400A7F-3D87-4777-99CA-BB8F4654D9CF}" dt="2023-09-09T23:45:48.734" v="6056"/>
          <ac:spMkLst>
            <pc:docMk/>
            <pc:sldMk cId="3518165027" sldId="256"/>
            <ac:spMk id="1313" creationId="{33123832-6257-5885-C00F-7253EC16EE70}"/>
          </ac:spMkLst>
        </pc:spChg>
        <pc:spChg chg="mod">
          <ac:chgData name="Surovi, Agnila Ghosh" userId="55d7b2db-3a0f-421b-b43f-d2cf2b85e4e0" providerId="ADAL" clId="{26400A7F-3D87-4777-99CA-BB8F4654D9CF}" dt="2023-09-09T23:45:48.734" v="6056"/>
          <ac:spMkLst>
            <pc:docMk/>
            <pc:sldMk cId="3518165027" sldId="256"/>
            <ac:spMk id="1315" creationId="{FF0CB2F5-290A-112C-A9C1-7316FB318A31}"/>
          </ac:spMkLst>
        </pc:spChg>
        <pc:spChg chg="mod">
          <ac:chgData name="Surovi, Agnila Ghosh" userId="55d7b2db-3a0f-421b-b43f-d2cf2b85e4e0" providerId="ADAL" clId="{26400A7F-3D87-4777-99CA-BB8F4654D9CF}" dt="2023-09-09T23:45:48.734" v="6056"/>
          <ac:spMkLst>
            <pc:docMk/>
            <pc:sldMk cId="3518165027" sldId="256"/>
            <ac:spMk id="1316" creationId="{F2E85487-6865-2383-4AA1-00291860B4CA}"/>
          </ac:spMkLst>
        </pc:spChg>
        <pc:spChg chg="mod">
          <ac:chgData name="Surovi, Agnila Ghosh" userId="55d7b2db-3a0f-421b-b43f-d2cf2b85e4e0" providerId="ADAL" clId="{26400A7F-3D87-4777-99CA-BB8F4654D9CF}" dt="2023-09-10T02:34:16.314" v="6799" actId="14100"/>
          <ac:spMkLst>
            <pc:docMk/>
            <pc:sldMk cId="3518165027" sldId="256"/>
            <ac:spMk id="1318" creationId="{AE730BC1-B3A4-4225-F43B-0A80709553CA}"/>
          </ac:spMkLst>
        </pc:spChg>
        <pc:spChg chg="mod">
          <ac:chgData name="Surovi, Agnila Ghosh" userId="55d7b2db-3a0f-421b-b43f-d2cf2b85e4e0" providerId="ADAL" clId="{26400A7F-3D87-4777-99CA-BB8F4654D9CF}" dt="2023-09-10T03:55:34.990" v="6855" actId="1076"/>
          <ac:spMkLst>
            <pc:docMk/>
            <pc:sldMk cId="3518165027" sldId="256"/>
            <ac:spMk id="1320" creationId="{61A02942-2F5E-9742-FD4D-740CEFA7D717}"/>
          </ac:spMkLst>
        </pc:spChg>
        <pc:spChg chg="mod">
          <ac:chgData name="Surovi, Agnila Ghosh" userId="55d7b2db-3a0f-421b-b43f-d2cf2b85e4e0" providerId="ADAL" clId="{26400A7F-3D87-4777-99CA-BB8F4654D9CF}" dt="2023-09-09T23:47:48.749" v="6096" actId="20577"/>
          <ac:spMkLst>
            <pc:docMk/>
            <pc:sldMk cId="3518165027" sldId="256"/>
            <ac:spMk id="1321" creationId="{B5C58FBE-0FA9-128C-3200-B30E4A32CBD5}"/>
          </ac:spMkLst>
        </pc:spChg>
        <pc:spChg chg="add del mod">
          <ac:chgData name="Surovi, Agnila Ghosh" userId="55d7b2db-3a0f-421b-b43f-d2cf2b85e4e0" providerId="ADAL" clId="{26400A7F-3D87-4777-99CA-BB8F4654D9CF}" dt="2023-09-10T00:18:17.327" v="6233" actId="478"/>
          <ac:spMkLst>
            <pc:docMk/>
            <pc:sldMk cId="3518165027" sldId="256"/>
            <ac:spMk id="1323" creationId="{0959969A-814C-E201-CFCF-C98FF1484C87}"/>
          </ac:spMkLst>
        </pc:spChg>
        <pc:spChg chg="mod">
          <ac:chgData name="Surovi, Agnila Ghosh" userId="55d7b2db-3a0f-421b-b43f-d2cf2b85e4e0" providerId="ADAL" clId="{26400A7F-3D87-4777-99CA-BB8F4654D9CF}" dt="2023-09-10T00:32:36.665" v="6347" actId="207"/>
          <ac:spMkLst>
            <pc:docMk/>
            <pc:sldMk cId="3518165027" sldId="256"/>
            <ac:spMk id="1325" creationId="{E2C95251-3FBD-76AD-74A4-CD3F5B7014E2}"/>
          </ac:spMkLst>
        </pc:spChg>
        <pc:spChg chg="mod">
          <ac:chgData name="Surovi, Agnila Ghosh" userId="55d7b2db-3a0f-421b-b43f-d2cf2b85e4e0" providerId="ADAL" clId="{26400A7F-3D87-4777-99CA-BB8F4654D9CF}" dt="2023-09-10T02:05:56.940" v="6706" actId="113"/>
          <ac:spMkLst>
            <pc:docMk/>
            <pc:sldMk cId="3518165027" sldId="256"/>
            <ac:spMk id="1327" creationId="{08511335-2C6E-0B9A-113F-2274C044995A}"/>
          </ac:spMkLst>
        </pc:spChg>
        <pc:spChg chg="mod">
          <ac:chgData name="Surovi, Agnila Ghosh" userId="55d7b2db-3a0f-421b-b43f-d2cf2b85e4e0" providerId="ADAL" clId="{26400A7F-3D87-4777-99CA-BB8F4654D9CF}" dt="2023-09-10T00:29:12.352" v="6306"/>
          <ac:spMkLst>
            <pc:docMk/>
            <pc:sldMk cId="3518165027" sldId="256"/>
            <ac:spMk id="1328" creationId="{B9EB3C4D-D4CA-1415-1A4A-12F6749C8911}"/>
          </ac:spMkLst>
        </pc:spChg>
        <pc:spChg chg="mod">
          <ac:chgData name="Surovi, Agnila Ghosh" userId="55d7b2db-3a0f-421b-b43f-d2cf2b85e4e0" providerId="ADAL" clId="{26400A7F-3D87-4777-99CA-BB8F4654D9CF}" dt="2023-09-11T00:10:51.095" v="8915" actId="14100"/>
          <ac:spMkLst>
            <pc:docMk/>
            <pc:sldMk cId="3518165027" sldId="256"/>
            <ac:spMk id="1330" creationId="{3C8E3846-A9DE-82E7-4395-DB3F9FD4AEB0}"/>
          </ac:spMkLst>
        </pc:spChg>
        <pc:spChg chg="mod">
          <ac:chgData name="Surovi, Agnila Ghosh" userId="55d7b2db-3a0f-421b-b43f-d2cf2b85e4e0" providerId="ADAL" clId="{26400A7F-3D87-4777-99CA-BB8F4654D9CF}" dt="2023-09-11T00:15:24.431" v="8928" actId="20577"/>
          <ac:spMkLst>
            <pc:docMk/>
            <pc:sldMk cId="3518165027" sldId="256"/>
            <ac:spMk id="1332" creationId="{3AF415CD-72D0-73A4-9383-5019AED0E1E9}"/>
          </ac:spMkLst>
        </pc:spChg>
        <pc:spChg chg="mod">
          <ac:chgData name="Surovi, Agnila Ghosh" userId="55d7b2db-3a0f-421b-b43f-d2cf2b85e4e0" providerId="ADAL" clId="{26400A7F-3D87-4777-99CA-BB8F4654D9CF}" dt="2023-09-10T00:35:28.348" v="6384" actId="20577"/>
          <ac:spMkLst>
            <pc:docMk/>
            <pc:sldMk cId="3518165027" sldId="256"/>
            <ac:spMk id="1333" creationId="{B500BB62-1E38-F56B-658E-A5FF88D11C18}"/>
          </ac:spMkLst>
        </pc:spChg>
        <pc:spChg chg="add mod">
          <ac:chgData name="Surovi, Agnila Ghosh" userId="55d7b2db-3a0f-421b-b43f-d2cf2b85e4e0" providerId="ADAL" clId="{26400A7F-3D87-4777-99CA-BB8F4654D9CF}" dt="2023-09-10T03:51:23.591" v="6816" actId="1076"/>
          <ac:spMkLst>
            <pc:docMk/>
            <pc:sldMk cId="3518165027" sldId="256"/>
            <ac:spMk id="1339" creationId="{134C095C-D04B-A78A-C3BE-2F015758F580}"/>
          </ac:spMkLst>
        </pc:spChg>
        <pc:spChg chg="add del mod">
          <ac:chgData name="Surovi, Agnila Ghosh" userId="55d7b2db-3a0f-421b-b43f-d2cf2b85e4e0" providerId="ADAL" clId="{26400A7F-3D87-4777-99CA-BB8F4654D9CF}" dt="2023-09-10T14:15:50.860" v="7510" actId="478"/>
          <ac:spMkLst>
            <pc:docMk/>
            <pc:sldMk cId="3518165027" sldId="256"/>
            <ac:spMk id="1340" creationId="{D05339CF-AB44-D13B-1E61-69D64FA5F304}"/>
          </ac:spMkLst>
        </pc:spChg>
        <pc:spChg chg="add mod">
          <ac:chgData name="Surovi, Agnila Ghosh" userId="55d7b2db-3a0f-421b-b43f-d2cf2b85e4e0" providerId="ADAL" clId="{26400A7F-3D87-4777-99CA-BB8F4654D9CF}" dt="2023-09-10T04:20:23.460" v="7160" actId="14100"/>
          <ac:spMkLst>
            <pc:docMk/>
            <pc:sldMk cId="3518165027" sldId="256"/>
            <ac:spMk id="1343" creationId="{9967F704-6665-7B61-C90F-FF9856120BD3}"/>
          </ac:spMkLst>
        </pc:spChg>
        <pc:spChg chg="add mod">
          <ac:chgData name="Surovi, Agnila Ghosh" userId="55d7b2db-3a0f-421b-b43f-d2cf2b85e4e0" providerId="ADAL" clId="{26400A7F-3D87-4777-99CA-BB8F4654D9CF}" dt="2023-09-10T04:20:13.196" v="7158" actId="14100"/>
          <ac:spMkLst>
            <pc:docMk/>
            <pc:sldMk cId="3518165027" sldId="256"/>
            <ac:spMk id="1346" creationId="{324DB503-2193-C112-41F8-836DC6B11864}"/>
          </ac:spMkLst>
        </pc:spChg>
        <pc:spChg chg="add mod">
          <ac:chgData name="Surovi, Agnila Ghosh" userId="55d7b2db-3a0f-421b-b43f-d2cf2b85e4e0" providerId="ADAL" clId="{26400A7F-3D87-4777-99CA-BB8F4654D9CF}" dt="2023-09-10T04:20:08.860" v="7156" actId="14100"/>
          <ac:spMkLst>
            <pc:docMk/>
            <pc:sldMk cId="3518165027" sldId="256"/>
            <ac:spMk id="1348" creationId="{5700504B-B273-22F1-6155-C8D1DF151E91}"/>
          </ac:spMkLst>
        </pc:spChg>
        <pc:spChg chg="add mod">
          <ac:chgData name="Surovi, Agnila Ghosh" userId="55d7b2db-3a0f-421b-b43f-d2cf2b85e4e0" providerId="ADAL" clId="{26400A7F-3D87-4777-99CA-BB8F4654D9CF}" dt="2023-09-10T04:20:04.331" v="7154" actId="1076"/>
          <ac:spMkLst>
            <pc:docMk/>
            <pc:sldMk cId="3518165027" sldId="256"/>
            <ac:spMk id="1349" creationId="{EDAA6781-80CD-DBEC-A3C0-DAC1F64428A1}"/>
          </ac:spMkLst>
        </pc:spChg>
        <pc:spChg chg="add mod">
          <ac:chgData name="Surovi, Agnila Ghosh" userId="55d7b2db-3a0f-421b-b43f-d2cf2b85e4e0" providerId="ADAL" clId="{26400A7F-3D87-4777-99CA-BB8F4654D9CF}" dt="2023-09-10T04:21:08.171" v="7170" actId="14100"/>
          <ac:spMkLst>
            <pc:docMk/>
            <pc:sldMk cId="3518165027" sldId="256"/>
            <ac:spMk id="1352" creationId="{044CBA26-7F05-C091-0DDB-5BDC1D1E4725}"/>
          </ac:spMkLst>
        </pc:spChg>
        <pc:spChg chg="add mod">
          <ac:chgData name="Surovi, Agnila Ghosh" userId="55d7b2db-3a0f-421b-b43f-d2cf2b85e4e0" providerId="ADAL" clId="{26400A7F-3D87-4777-99CA-BB8F4654D9CF}" dt="2023-09-10T04:21:35.163" v="7177" actId="14100"/>
          <ac:spMkLst>
            <pc:docMk/>
            <pc:sldMk cId="3518165027" sldId="256"/>
            <ac:spMk id="1354" creationId="{403C0124-90BE-4832-F70C-D4369C3CF662}"/>
          </ac:spMkLst>
        </pc:spChg>
        <pc:spChg chg="add mod">
          <ac:chgData name="Surovi, Agnila Ghosh" userId="55d7b2db-3a0f-421b-b43f-d2cf2b85e4e0" providerId="ADAL" clId="{26400A7F-3D87-4777-99CA-BB8F4654D9CF}" dt="2023-09-10T04:22:19.660" v="7185" actId="1076"/>
          <ac:spMkLst>
            <pc:docMk/>
            <pc:sldMk cId="3518165027" sldId="256"/>
            <ac:spMk id="1356" creationId="{7C778158-EA0F-F1BF-C5B6-D72CFCDBFFF5}"/>
          </ac:spMkLst>
        </pc:spChg>
        <pc:spChg chg="add mod">
          <ac:chgData name="Surovi, Agnila Ghosh" userId="55d7b2db-3a0f-421b-b43f-d2cf2b85e4e0" providerId="ADAL" clId="{26400A7F-3D87-4777-99CA-BB8F4654D9CF}" dt="2023-09-10T04:26:05.490" v="7230" actId="1076"/>
          <ac:spMkLst>
            <pc:docMk/>
            <pc:sldMk cId="3518165027" sldId="256"/>
            <ac:spMk id="1358" creationId="{00C4B6DC-A951-078A-9752-578E588C632A}"/>
          </ac:spMkLst>
        </pc:spChg>
        <pc:spChg chg="add mod">
          <ac:chgData name="Surovi, Agnila Ghosh" userId="55d7b2db-3a0f-421b-b43f-d2cf2b85e4e0" providerId="ADAL" clId="{26400A7F-3D87-4777-99CA-BB8F4654D9CF}" dt="2023-09-10T04:24:19.786" v="7218" actId="1076"/>
          <ac:spMkLst>
            <pc:docMk/>
            <pc:sldMk cId="3518165027" sldId="256"/>
            <ac:spMk id="1380" creationId="{A89CE369-4551-49B1-F27A-6661D57A1BED}"/>
          </ac:spMkLst>
        </pc:spChg>
        <pc:spChg chg="add mod">
          <ac:chgData name="Surovi, Agnila Ghosh" userId="55d7b2db-3a0f-421b-b43f-d2cf2b85e4e0" providerId="ADAL" clId="{26400A7F-3D87-4777-99CA-BB8F4654D9CF}" dt="2023-09-10T04:26:18.764" v="7239" actId="20577"/>
          <ac:spMkLst>
            <pc:docMk/>
            <pc:sldMk cId="3518165027" sldId="256"/>
            <ac:spMk id="1387" creationId="{F1ACEBC3-32EA-09EA-7E14-6D707F7DEF7C}"/>
          </ac:spMkLst>
        </pc:spChg>
        <pc:spChg chg="add mod">
          <ac:chgData name="Surovi, Agnila Ghosh" userId="55d7b2db-3a0f-421b-b43f-d2cf2b85e4e0" providerId="ADAL" clId="{26400A7F-3D87-4777-99CA-BB8F4654D9CF}" dt="2023-09-10T14:37:01.038" v="7785" actId="255"/>
          <ac:spMkLst>
            <pc:docMk/>
            <pc:sldMk cId="3518165027" sldId="256"/>
            <ac:spMk id="1400" creationId="{6618EA60-2566-DC46-6BC6-278810E4C520}"/>
          </ac:spMkLst>
        </pc:spChg>
        <pc:spChg chg="add mod">
          <ac:chgData name="Surovi, Agnila Ghosh" userId="55d7b2db-3a0f-421b-b43f-d2cf2b85e4e0" providerId="ADAL" clId="{26400A7F-3D87-4777-99CA-BB8F4654D9CF}" dt="2023-09-10T21:41:58.062" v="8309" actId="164"/>
          <ac:spMkLst>
            <pc:docMk/>
            <pc:sldMk cId="3518165027" sldId="256"/>
            <ac:spMk id="1409" creationId="{82C851D2-17B1-63B0-9CCA-74E66764F95F}"/>
          </ac:spMkLst>
        </pc:spChg>
        <pc:spChg chg="add mod">
          <ac:chgData name="Surovi, Agnila Ghosh" userId="55d7b2db-3a0f-421b-b43f-d2cf2b85e4e0" providerId="ADAL" clId="{26400A7F-3D87-4777-99CA-BB8F4654D9CF}" dt="2023-09-10T21:41:58.062" v="8309" actId="164"/>
          <ac:spMkLst>
            <pc:docMk/>
            <pc:sldMk cId="3518165027" sldId="256"/>
            <ac:spMk id="1410" creationId="{E192DB0B-EEF1-08D1-A085-6B95A3E234A8}"/>
          </ac:spMkLst>
        </pc:spChg>
        <pc:spChg chg="add mod">
          <ac:chgData name="Surovi, Agnila Ghosh" userId="55d7b2db-3a0f-421b-b43f-d2cf2b85e4e0" providerId="ADAL" clId="{26400A7F-3D87-4777-99CA-BB8F4654D9CF}" dt="2023-09-10T21:41:58.062" v="8309" actId="164"/>
          <ac:spMkLst>
            <pc:docMk/>
            <pc:sldMk cId="3518165027" sldId="256"/>
            <ac:spMk id="1411" creationId="{9CD65740-3BDC-B682-5DFC-924C1B58C73F}"/>
          </ac:spMkLst>
        </pc:spChg>
        <pc:spChg chg="add mod">
          <ac:chgData name="Surovi, Agnila Ghosh" userId="55d7b2db-3a0f-421b-b43f-d2cf2b85e4e0" providerId="ADAL" clId="{26400A7F-3D87-4777-99CA-BB8F4654D9CF}" dt="2023-09-10T21:42:38.043" v="8311" actId="1076"/>
          <ac:spMkLst>
            <pc:docMk/>
            <pc:sldMk cId="3518165027" sldId="256"/>
            <ac:spMk id="1412" creationId="{F940B41B-4A6C-B587-820B-216B973DF295}"/>
          </ac:spMkLst>
        </pc:spChg>
        <pc:spChg chg="add mod">
          <ac:chgData name="Surovi, Agnila Ghosh" userId="55d7b2db-3a0f-421b-b43f-d2cf2b85e4e0" providerId="ADAL" clId="{26400A7F-3D87-4777-99CA-BB8F4654D9CF}" dt="2023-09-10T21:42:38.043" v="8311" actId="1076"/>
          <ac:spMkLst>
            <pc:docMk/>
            <pc:sldMk cId="3518165027" sldId="256"/>
            <ac:spMk id="1413" creationId="{E4AB8B59-9E24-C625-6831-076FA2526796}"/>
          </ac:spMkLst>
        </pc:spChg>
        <pc:spChg chg="add mod">
          <ac:chgData name="Surovi, Agnila Ghosh" userId="55d7b2db-3a0f-421b-b43f-d2cf2b85e4e0" providerId="ADAL" clId="{26400A7F-3D87-4777-99CA-BB8F4654D9CF}" dt="2023-09-10T14:52:01.625" v="8065" actId="1076"/>
          <ac:spMkLst>
            <pc:docMk/>
            <pc:sldMk cId="3518165027" sldId="256"/>
            <ac:spMk id="1414" creationId="{5223B987-6B27-9ED8-8E0A-C174A2B83CEB}"/>
          </ac:spMkLst>
        </pc:spChg>
        <pc:spChg chg="add mod">
          <ac:chgData name="Surovi, Agnila Ghosh" userId="55d7b2db-3a0f-421b-b43f-d2cf2b85e4e0" providerId="ADAL" clId="{26400A7F-3D87-4777-99CA-BB8F4654D9CF}" dt="2023-09-10T14:51:45.485" v="8063" actId="164"/>
          <ac:spMkLst>
            <pc:docMk/>
            <pc:sldMk cId="3518165027" sldId="256"/>
            <ac:spMk id="1415" creationId="{FB766DAE-1412-1AA8-BE43-539E73C00568}"/>
          </ac:spMkLst>
        </pc:spChg>
        <pc:spChg chg="add mod">
          <ac:chgData name="Surovi, Agnila Ghosh" userId="55d7b2db-3a0f-421b-b43f-d2cf2b85e4e0" providerId="ADAL" clId="{26400A7F-3D87-4777-99CA-BB8F4654D9CF}" dt="2023-09-10T14:51:45.485" v="8063" actId="164"/>
          <ac:spMkLst>
            <pc:docMk/>
            <pc:sldMk cId="3518165027" sldId="256"/>
            <ac:spMk id="1416" creationId="{1CB15305-B7F0-484F-AFCF-315F34F65649}"/>
          </ac:spMkLst>
        </pc:spChg>
        <pc:spChg chg="add mod">
          <ac:chgData name="Surovi, Agnila Ghosh" userId="55d7b2db-3a0f-421b-b43f-d2cf2b85e4e0" providerId="ADAL" clId="{26400A7F-3D87-4777-99CA-BB8F4654D9CF}" dt="2023-09-10T21:43:55.750" v="8317" actId="1076"/>
          <ac:spMkLst>
            <pc:docMk/>
            <pc:sldMk cId="3518165027" sldId="256"/>
            <ac:spMk id="1417" creationId="{C3BDB7B6-6461-4A77-5FDD-508922CF981F}"/>
          </ac:spMkLst>
        </pc:spChg>
        <pc:spChg chg="add mod">
          <ac:chgData name="Surovi, Agnila Ghosh" userId="55d7b2db-3a0f-421b-b43f-d2cf2b85e4e0" providerId="ADAL" clId="{26400A7F-3D87-4777-99CA-BB8F4654D9CF}" dt="2023-09-10T23:37:18.118" v="8828" actId="1076"/>
          <ac:spMkLst>
            <pc:docMk/>
            <pc:sldMk cId="3518165027" sldId="256"/>
            <ac:spMk id="1422" creationId="{304A2032-366D-8B19-08BE-C89B7665011D}"/>
          </ac:spMkLst>
        </pc:spChg>
        <pc:spChg chg="add mod">
          <ac:chgData name="Surovi, Agnila Ghosh" userId="55d7b2db-3a0f-421b-b43f-d2cf2b85e4e0" providerId="ADAL" clId="{26400A7F-3D87-4777-99CA-BB8F4654D9CF}" dt="2023-09-10T23:33:25.383" v="8761" actId="1582"/>
          <ac:spMkLst>
            <pc:docMk/>
            <pc:sldMk cId="3518165027" sldId="256"/>
            <ac:spMk id="1429" creationId="{D8FFAF43-A0FC-0AA6-A017-B6ED99759E95}"/>
          </ac:spMkLst>
        </pc:spChg>
        <pc:spChg chg="mod">
          <ac:chgData name="Surovi, Agnila Ghosh" userId="55d7b2db-3a0f-421b-b43f-d2cf2b85e4e0" providerId="ADAL" clId="{26400A7F-3D87-4777-99CA-BB8F4654D9CF}" dt="2023-09-10T20:44:51.818" v="8234"/>
          <ac:spMkLst>
            <pc:docMk/>
            <pc:sldMk cId="3518165027" sldId="256"/>
            <ac:spMk id="1436" creationId="{AD5BB819-C1DF-D367-BE50-EBC8902FC0EC}"/>
          </ac:spMkLst>
        </pc:spChg>
        <pc:spChg chg="add mod">
          <ac:chgData name="Surovi, Agnila Ghosh" userId="55d7b2db-3a0f-421b-b43f-d2cf2b85e4e0" providerId="ADAL" clId="{26400A7F-3D87-4777-99CA-BB8F4654D9CF}" dt="2023-09-10T21:39:45.057" v="8305" actId="1076"/>
          <ac:spMkLst>
            <pc:docMk/>
            <pc:sldMk cId="3518165027" sldId="256"/>
            <ac:spMk id="1441" creationId="{D165F359-5B95-2770-319C-B59465FDDB4D}"/>
          </ac:spMkLst>
        </pc:spChg>
        <pc:spChg chg="add mod">
          <ac:chgData name="Surovi, Agnila Ghosh" userId="55d7b2db-3a0f-421b-b43f-d2cf2b85e4e0" providerId="ADAL" clId="{26400A7F-3D87-4777-99CA-BB8F4654D9CF}" dt="2023-09-10T22:32:30.440" v="8408" actId="14100"/>
          <ac:spMkLst>
            <pc:docMk/>
            <pc:sldMk cId="3518165027" sldId="256"/>
            <ac:spMk id="1452" creationId="{A3E92878-394B-8F6F-82FF-6B4C424EEC6E}"/>
          </ac:spMkLst>
        </pc:spChg>
        <pc:spChg chg="del mod topLvl">
          <ac:chgData name="Surovi, Agnila Ghosh" userId="55d7b2db-3a0f-421b-b43f-d2cf2b85e4e0" providerId="ADAL" clId="{26400A7F-3D87-4777-99CA-BB8F4654D9CF}" dt="2023-09-10T23:35:41.848" v="8772" actId="478"/>
          <ac:spMkLst>
            <pc:docMk/>
            <pc:sldMk cId="3518165027" sldId="256"/>
            <ac:spMk id="1454" creationId="{535BFF43-B2E9-9E97-7160-3E1CC7CB97D0}"/>
          </ac:spMkLst>
        </pc:spChg>
        <pc:spChg chg="del mod topLvl">
          <ac:chgData name="Surovi, Agnila Ghosh" userId="55d7b2db-3a0f-421b-b43f-d2cf2b85e4e0" providerId="ADAL" clId="{26400A7F-3D87-4777-99CA-BB8F4654D9CF}" dt="2023-09-10T23:35:44.691" v="8773" actId="478"/>
          <ac:spMkLst>
            <pc:docMk/>
            <pc:sldMk cId="3518165027" sldId="256"/>
            <ac:spMk id="1455" creationId="{1B814AD5-4D4F-E419-0D1E-4E546F0BB003}"/>
          </ac:spMkLst>
        </pc:spChg>
        <pc:spChg chg="del mod topLvl">
          <ac:chgData name="Surovi, Agnila Ghosh" userId="55d7b2db-3a0f-421b-b43f-d2cf2b85e4e0" providerId="ADAL" clId="{26400A7F-3D87-4777-99CA-BB8F4654D9CF}" dt="2023-09-10T22:33:12.634" v="8412" actId="478"/>
          <ac:spMkLst>
            <pc:docMk/>
            <pc:sldMk cId="3518165027" sldId="256"/>
            <ac:spMk id="1456" creationId="{4987A9E5-8890-049B-C1D6-9DBE931D20C3}"/>
          </ac:spMkLst>
        </pc:spChg>
        <pc:spChg chg="add del mod">
          <ac:chgData name="Surovi, Agnila Ghosh" userId="55d7b2db-3a0f-421b-b43f-d2cf2b85e4e0" providerId="ADAL" clId="{26400A7F-3D87-4777-99CA-BB8F4654D9CF}" dt="2023-09-10T22:37:04.740" v="8451" actId="478"/>
          <ac:spMkLst>
            <pc:docMk/>
            <pc:sldMk cId="3518165027" sldId="256"/>
            <ac:spMk id="1457" creationId="{5FF2C803-B920-73F2-F21D-561555C1AEF9}"/>
          </ac:spMkLst>
        </pc:spChg>
        <pc:spChg chg="add mod">
          <ac:chgData name="Surovi, Agnila Ghosh" userId="55d7b2db-3a0f-421b-b43f-d2cf2b85e4e0" providerId="ADAL" clId="{26400A7F-3D87-4777-99CA-BB8F4654D9CF}" dt="2023-09-10T23:33:10.074" v="8760" actId="14100"/>
          <ac:spMkLst>
            <pc:docMk/>
            <pc:sldMk cId="3518165027" sldId="256"/>
            <ac:spMk id="1461" creationId="{5A0EB2C2-9865-B444-DC10-6B2BE96953DE}"/>
          </ac:spMkLst>
        </pc:spChg>
        <pc:spChg chg="add mod">
          <ac:chgData name="Surovi, Agnila Ghosh" userId="55d7b2db-3a0f-421b-b43f-d2cf2b85e4e0" providerId="ADAL" clId="{26400A7F-3D87-4777-99CA-BB8F4654D9CF}" dt="2023-09-10T23:26:14.454" v="8602" actId="1076"/>
          <ac:spMkLst>
            <pc:docMk/>
            <pc:sldMk cId="3518165027" sldId="256"/>
            <ac:spMk id="1471" creationId="{B9A1BAC0-5740-EE6F-7ADC-3181F766D5D5}"/>
          </ac:spMkLst>
        </pc:spChg>
        <pc:spChg chg="add mod">
          <ac:chgData name="Surovi, Agnila Ghosh" userId="55d7b2db-3a0f-421b-b43f-d2cf2b85e4e0" providerId="ADAL" clId="{26400A7F-3D87-4777-99CA-BB8F4654D9CF}" dt="2023-09-10T23:27:39.492" v="8621" actId="1076"/>
          <ac:spMkLst>
            <pc:docMk/>
            <pc:sldMk cId="3518165027" sldId="256"/>
            <ac:spMk id="1472" creationId="{9560590A-43B5-EC53-43C6-03A20DA4BA01}"/>
          </ac:spMkLst>
        </pc:spChg>
        <pc:spChg chg="add mod">
          <ac:chgData name="Surovi, Agnila Ghosh" userId="55d7b2db-3a0f-421b-b43f-d2cf2b85e4e0" providerId="ADAL" clId="{26400A7F-3D87-4777-99CA-BB8F4654D9CF}" dt="2023-09-10T23:27:34.669" v="8620" actId="1076"/>
          <ac:spMkLst>
            <pc:docMk/>
            <pc:sldMk cId="3518165027" sldId="256"/>
            <ac:spMk id="1473" creationId="{80E8606C-AF21-E6D9-E4D7-71495EAC44BF}"/>
          </ac:spMkLst>
        </pc:spChg>
        <pc:spChg chg="add mod">
          <ac:chgData name="Surovi, Agnila Ghosh" userId="55d7b2db-3a0f-421b-b43f-d2cf2b85e4e0" providerId="ADAL" clId="{26400A7F-3D87-4777-99CA-BB8F4654D9CF}" dt="2023-09-10T23:34:58.123" v="8765" actId="20577"/>
          <ac:spMkLst>
            <pc:docMk/>
            <pc:sldMk cId="3518165027" sldId="256"/>
            <ac:spMk id="1474" creationId="{07A99F72-31E1-800B-976A-8A3F6F5F5857}"/>
          </ac:spMkLst>
        </pc:spChg>
        <pc:spChg chg="add mod">
          <ac:chgData name="Surovi, Agnila Ghosh" userId="55d7b2db-3a0f-421b-b43f-d2cf2b85e4e0" providerId="ADAL" clId="{26400A7F-3D87-4777-99CA-BB8F4654D9CF}" dt="2023-09-10T23:35:01.800" v="8767" actId="20577"/>
          <ac:spMkLst>
            <pc:docMk/>
            <pc:sldMk cId="3518165027" sldId="256"/>
            <ac:spMk id="1475" creationId="{24764F29-89DC-1F1B-225B-9E6A83D3C60E}"/>
          </ac:spMkLst>
        </pc:spChg>
        <pc:spChg chg="mod topLvl">
          <ac:chgData name="Surovi, Agnila Ghosh" userId="55d7b2db-3a0f-421b-b43f-d2cf2b85e4e0" providerId="ADAL" clId="{26400A7F-3D87-4777-99CA-BB8F4654D9CF}" dt="2023-09-10T23:31:51.817" v="8750" actId="1076"/>
          <ac:spMkLst>
            <pc:docMk/>
            <pc:sldMk cId="3518165027" sldId="256"/>
            <ac:spMk id="1477" creationId="{2CC57EBA-80A5-A43B-6DC3-F411AA77F8C9}"/>
          </ac:spMkLst>
        </pc:spChg>
        <pc:spChg chg="mod topLvl">
          <ac:chgData name="Surovi, Agnila Ghosh" userId="55d7b2db-3a0f-421b-b43f-d2cf2b85e4e0" providerId="ADAL" clId="{26400A7F-3D87-4777-99CA-BB8F4654D9CF}" dt="2023-09-10T23:31:47.450" v="8749" actId="1076"/>
          <ac:spMkLst>
            <pc:docMk/>
            <pc:sldMk cId="3518165027" sldId="256"/>
            <ac:spMk id="1478" creationId="{953A0FA3-069E-FB1F-E688-3014C3C1B72D}"/>
          </ac:spMkLst>
        </pc:spChg>
        <pc:spChg chg="del mod topLvl">
          <ac:chgData name="Surovi, Agnila Ghosh" userId="55d7b2db-3a0f-421b-b43f-d2cf2b85e4e0" providerId="ADAL" clId="{26400A7F-3D87-4777-99CA-BB8F4654D9CF}" dt="2023-09-10T23:31:33.638" v="8748" actId="478"/>
          <ac:spMkLst>
            <pc:docMk/>
            <pc:sldMk cId="3518165027" sldId="256"/>
            <ac:spMk id="1479" creationId="{0EFF8C16-80C6-184C-D7C0-F5939DDEDF02}"/>
          </ac:spMkLst>
        </pc:spChg>
        <pc:spChg chg="add mod">
          <ac:chgData name="Surovi, Agnila Ghosh" userId="55d7b2db-3a0f-421b-b43f-d2cf2b85e4e0" providerId="ADAL" clId="{26400A7F-3D87-4777-99CA-BB8F4654D9CF}" dt="2023-09-10T23:32:23.923" v="8753" actId="1076"/>
          <ac:spMkLst>
            <pc:docMk/>
            <pc:sldMk cId="3518165027" sldId="256"/>
            <ac:spMk id="1480" creationId="{F4B58B2D-150A-67DB-496E-629967C28B2E}"/>
          </ac:spMkLst>
        </pc:spChg>
        <pc:spChg chg="add mod">
          <ac:chgData name="Surovi, Agnila Ghosh" userId="55d7b2db-3a0f-421b-b43f-d2cf2b85e4e0" providerId="ADAL" clId="{26400A7F-3D87-4777-99CA-BB8F4654D9CF}" dt="2023-09-10T23:32:36.882" v="8757" actId="20577"/>
          <ac:spMkLst>
            <pc:docMk/>
            <pc:sldMk cId="3518165027" sldId="256"/>
            <ac:spMk id="1481" creationId="{025F3A18-BBC7-F840-E389-B966935BCBD0}"/>
          </ac:spMkLst>
        </pc:spChg>
        <pc:spChg chg="add mod">
          <ac:chgData name="Surovi, Agnila Ghosh" userId="55d7b2db-3a0f-421b-b43f-d2cf2b85e4e0" providerId="ADAL" clId="{26400A7F-3D87-4777-99CA-BB8F4654D9CF}" dt="2023-09-10T23:38:08.550" v="8845" actId="20577"/>
          <ac:spMkLst>
            <pc:docMk/>
            <pc:sldMk cId="3518165027" sldId="256"/>
            <ac:spMk id="1482" creationId="{AE856FAA-5F33-5455-474D-578C5E1B77EA}"/>
          </ac:spMkLst>
        </pc:spChg>
        <pc:spChg chg="add mod">
          <ac:chgData name="Surovi, Agnila Ghosh" userId="55d7b2db-3a0f-421b-b43f-d2cf2b85e4e0" providerId="ADAL" clId="{26400A7F-3D87-4777-99CA-BB8F4654D9CF}" dt="2023-09-10T23:38:12.828" v="8847" actId="20577"/>
          <ac:spMkLst>
            <pc:docMk/>
            <pc:sldMk cId="3518165027" sldId="256"/>
            <ac:spMk id="1483" creationId="{F1223E81-1328-5CFD-ED14-E51AA8C2D5CB}"/>
          </ac:spMkLst>
        </pc:spChg>
        <pc:grpChg chg="add del mod">
          <ac:chgData name="Surovi, Agnila Ghosh" userId="55d7b2db-3a0f-421b-b43f-d2cf2b85e4e0" providerId="ADAL" clId="{26400A7F-3D87-4777-99CA-BB8F4654D9CF}" dt="2023-09-09T18:12:49.477" v="3165" actId="165"/>
          <ac:grpSpMkLst>
            <pc:docMk/>
            <pc:sldMk cId="3518165027" sldId="256"/>
            <ac:grpSpMk id="40" creationId="{0CCD428E-E705-FAF1-99E5-5A3F752525BA}"/>
          </ac:grpSpMkLst>
        </pc:grpChg>
        <pc:grpChg chg="add del mod">
          <ac:chgData name="Surovi, Agnila Ghosh" userId="55d7b2db-3a0f-421b-b43f-d2cf2b85e4e0" providerId="ADAL" clId="{26400A7F-3D87-4777-99CA-BB8F4654D9CF}" dt="2023-09-09T18:14:13.133" v="3173" actId="478"/>
          <ac:grpSpMkLst>
            <pc:docMk/>
            <pc:sldMk cId="3518165027" sldId="256"/>
            <ac:grpSpMk id="41" creationId="{302B25DE-ED79-21C5-E778-7CCCEE4881E0}"/>
          </ac:grpSpMkLst>
        </pc:grpChg>
        <pc:grpChg chg="add del mod">
          <ac:chgData name="Surovi, Agnila Ghosh" userId="55d7b2db-3a0f-421b-b43f-d2cf2b85e4e0" providerId="ADAL" clId="{26400A7F-3D87-4777-99CA-BB8F4654D9CF}" dt="2023-09-09T18:19:14.268" v="3203" actId="165"/>
          <ac:grpSpMkLst>
            <pc:docMk/>
            <pc:sldMk cId="3518165027" sldId="256"/>
            <ac:grpSpMk id="47" creationId="{97076A8D-C0A2-0538-FA02-DAFC19A1BA76}"/>
          </ac:grpSpMkLst>
        </pc:grpChg>
        <pc:grpChg chg="add del mod">
          <ac:chgData name="Surovi, Agnila Ghosh" userId="55d7b2db-3a0f-421b-b43f-d2cf2b85e4e0" providerId="ADAL" clId="{26400A7F-3D87-4777-99CA-BB8F4654D9CF}" dt="2023-09-09T18:15:39.077" v="3191" actId="478"/>
          <ac:grpSpMkLst>
            <pc:docMk/>
            <pc:sldMk cId="3518165027" sldId="256"/>
            <ac:grpSpMk id="48" creationId="{8E4FCEA2-124C-7189-1BDC-8F71F6E8ACC1}"/>
          </ac:grpSpMkLst>
        </pc:grpChg>
        <pc:grpChg chg="add mod">
          <ac:chgData name="Surovi, Agnila Ghosh" userId="55d7b2db-3a0f-421b-b43f-d2cf2b85e4e0" providerId="ADAL" clId="{26400A7F-3D87-4777-99CA-BB8F4654D9CF}" dt="2023-08-30T03:50:45.800" v="723" actId="164"/>
          <ac:grpSpMkLst>
            <pc:docMk/>
            <pc:sldMk cId="3518165027" sldId="256"/>
            <ac:grpSpMk id="55" creationId="{EC6C6F67-289F-E11D-F886-E45535C8D0FE}"/>
          </ac:grpSpMkLst>
        </pc:grpChg>
        <pc:grpChg chg="add del mod ord">
          <ac:chgData name="Surovi, Agnila Ghosh" userId="55d7b2db-3a0f-421b-b43f-d2cf2b85e4e0" providerId="ADAL" clId="{26400A7F-3D87-4777-99CA-BB8F4654D9CF}" dt="2023-09-09T20:29:26.338" v="4352" actId="165"/>
          <ac:grpSpMkLst>
            <pc:docMk/>
            <pc:sldMk cId="3518165027" sldId="256"/>
            <ac:grpSpMk id="56" creationId="{5BE3C093-F575-BCB7-C0AB-A4EAD9C5B367}"/>
          </ac:grpSpMkLst>
        </pc:grpChg>
        <pc:grpChg chg="add del mod">
          <ac:chgData name="Surovi, Agnila Ghosh" userId="55d7b2db-3a0f-421b-b43f-d2cf2b85e4e0" providerId="ADAL" clId="{26400A7F-3D87-4777-99CA-BB8F4654D9CF}" dt="2023-08-30T03:53:10.295" v="733" actId="478"/>
          <ac:grpSpMkLst>
            <pc:docMk/>
            <pc:sldMk cId="3518165027" sldId="256"/>
            <ac:grpSpMk id="56" creationId="{996F3535-F5B0-101C-EF62-E4D7B36BD022}"/>
          </ac:grpSpMkLst>
        </pc:grpChg>
        <pc:grpChg chg="add del mod topLvl">
          <ac:chgData name="Surovi, Agnila Ghosh" userId="55d7b2db-3a0f-421b-b43f-d2cf2b85e4e0" providerId="ADAL" clId="{26400A7F-3D87-4777-99CA-BB8F4654D9CF}" dt="2023-09-09T19:47:49.462" v="4228" actId="478"/>
          <ac:grpSpMkLst>
            <pc:docMk/>
            <pc:sldMk cId="3518165027" sldId="256"/>
            <ac:grpSpMk id="66" creationId="{F5A78919-D7B0-2E6C-24A5-22DACAB8A085}"/>
          </ac:grpSpMkLst>
        </pc:grpChg>
        <pc:grpChg chg="add del mod">
          <ac:chgData name="Surovi, Agnila Ghosh" userId="55d7b2db-3a0f-421b-b43f-d2cf2b85e4e0" providerId="ADAL" clId="{26400A7F-3D87-4777-99CA-BB8F4654D9CF}" dt="2023-09-09T18:33:54.281" v="3437" actId="478"/>
          <ac:grpSpMkLst>
            <pc:docMk/>
            <pc:sldMk cId="3518165027" sldId="256"/>
            <ac:grpSpMk id="67" creationId="{5139C0FE-1AE6-E0EC-47B3-7BFD0C8174AD}"/>
          </ac:grpSpMkLst>
        </pc:grpChg>
        <pc:grpChg chg="add del mod">
          <ac:chgData name="Surovi, Agnila Ghosh" userId="55d7b2db-3a0f-421b-b43f-d2cf2b85e4e0" providerId="ADAL" clId="{26400A7F-3D87-4777-99CA-BB8F4654D9CF}" dt="2023-09-09T18:34:05.928" v="3438" actId="478"/>
          <ac:grpSpMkLst>
            <pc:docMk/>
            <pc:sldMk cId="3518165027" sldId="256"/>
            <ac:grpSpMk id="68" creationId="{EA2ADA47-0347-DA55-5FAA-1F6B9B94C20F}"/>
          </ac:grpSpMkLst>
        </pc:grpChg>
        <pc:grpChg chg="del mod topLvl">
          <ac:chgData name="Surovi, Agnila Ghosh" userId="55d7b2db-3a0f-421b-b43f-d2cf2b85e4e0" providerId="ADAL" clId="{26400A7F-3D87-4777-99CA-BB8F4654D9CF}" dt="2023-09-09T18:41:24.167" v="3509" actId="478"/>
          <ac:grpSpMkLst>
            <pc:docMk/>
            <pc:sldMk cId="3518165027" sldId="256"/>
            <ac:grpSpMk id="70" creationId="{3C62FE5E-A5F4-9DDD-8E01-D783DB010258}"/>
          </ac:grpSpMkLst>
        </pc:grpChg>
        <pc:grpChg chg="add mod">
          <ac:chgData name="Surovi, Agnila Ghosh" userId="55d7b2db-3a0f-421b-b43f-d2cf2b85e4e0" providerId="ADAL" clId="{26400A7F-3D87-4777-99CA-BB8F4654D9CF}" dt="2023-09-10T02:21:45.692" v="6772" actId="14100"/>
          <ac:grpSpMkLst>
            <pc:docMk/>
            <pc:sldMk cId="3518165027" sldId="256"/>
            <ac:grpSpMk id="76" creationId="{123A86F6-4632-5978-88D9-E7E891EA5431}"/>
          </ac:grpSpMkLst>
        </pc:grpChg>
        <pc:grpChg chg="add del mod">
          <ac:chgData name="Surovi, Agnila Ghosh" userId="55d7b2db-3a0f-421b-b43f-d2cf2b85e4e0" providerId="ADAL" clId="{26400A7F-3D87-4777-99CA-BB8F4654D9CF}" dt="2023-09-09T18:44:09.033" v="3516" actId="165"/>
          <ac:grpSpMkLst>
            <pc:docMk/>
            <pc:sldMk cId="3518165027" sldId="256"/>
            <ac:grpSpMk id="77" creationId="{F2A462CC-D85E-5384-B177-F02ADB308A72}"/>
          </ac:grpSpMkLst>
        </pc:grpChg>
        <pc:grpChg chg="mod topLvl">
          <ac:chgData name="Surovi, Agnila Ghosh" userId="55d7b2db-3a0f-421b-b43f-d2cf2b85e4e0" providerId="ADAL" clId="{26400A7F-3D87-4777-99CA-BB8F4654D9CF}" dt="2023-09-09T18:44:16.051" v="3517" actId="164"/>
          <ac:grpSpMkLst>
            <pc:docMk/>
            <pc:sldMk cId="3518165027" sldId="256"/>
            <ac:grpSpMk id="79" creationId="{633C1C97-19D9-EE6F-58FF-00337AAE2330}"/>
          </ac:grpSpMkLst>
        </pc:grpChg>
        <pc:grpChg chg="add mod">
          <ac:chgData name="Surovi, Agnila Ghosh" userId="55d7b2db-3a0f-421b-b43f-d2cf2b85e4e0" providerId="ADAL" clId="{26400A7F-3D87-4777-99CA-BB8F4654D9CF}" dt="2023-09-10T01:58:07.736" v="6682" actId="1076"/>
          <ac:grpSpMkLst>
            <pc:docMk/>
            <pc:sldMk cId="3518165027" sldId="256"/>
            <ac:grpSpMk id="82" creationId="{CB309265-8EA6-8A64-461D-FB2A2782041E}"/>
          </ac:grpSpMkLst>
        </pc:grpChg>
        <pc:grpChg chg="add mod">
          <ac:chgData name="Surovi, Agnila Ghosh" userId="55d7b2db-3a0f-421b-b43f-d2cf2b85e4e0" providerId="ADAL" clId="{26400A7F-3D87-4777-99CA-BB8F4654D9CF}" dt="2023-09-11T00:07:53.167" v="8899" actId="1076"/>
          <ac:grpSpMkLst>
            <pc:docMk/>
            <pc:sldMk cId="3518165027" sldId="256"/>
            <ac:grpSpMk id="83" creationId="{2D89EA57-EB25-D3CC-C410-1354D00F2A18}"/>
          </ac:grpSpMkLst>
        </pc:grpChg>
        <pc:grpChg chg="mod">
          <ac:chgData name="Surovi, Agnila Ghosh" userId="55d7b2db-3a0f-421b-b43f-d2cf2b85e4e0" providerId="ADAL" clId="{26400A7F-3D87-4777-99CA-BB8F4654D9CF}" dt="2023-09-09T19:03:40.686" v="3771"/>
          <ac:grpSpMkLst>
            <pc:docMk/>
            <pc:sldMk cId="3518165027" sldId="256"/>
            <ac:grpSpMk id="85" creationId="{117C90B8-DEB2-2E4E-B539-D95E5B8AA88C}"/>
          </ac:grpSpMkLst>
        </pc:grpChg>
        <pc:grpChg chg="add del mod">
          <ac:chgData name="Surovi, Agnila Ghosh" userId="55d7b2db-3a0f-421b-b43f-d2cf2b85e4e0" providerId="ADAL" clId="{26400A7F-3D87-4777-99CA-BB8F4654D9CF}" dt="2023-09-09T19:18:30.382" v="3923" actId="478"/>
          <ac:grpSpMkLst>
            <pc:docMk/>
            <pc:sldMk cId="3518165027" sldId="256"/>
            <ac:grpSpMk id="88" creationId="{7A8CE274-8E0C-E611-BCD5-2DD09E6D9CD8}"/>
          </ac:grpSpMkLst>
        </pc:grpChg>
        <pc:grpChg chg="mod">
          <ac:chgData name="Surovi, Agnila Ghosh" userId="55d7b2db-3a0f-421b-b43f-d2cf2b85e4e0" providerId="ADAL" clId="{26400A7F-3D87-4777-99CA-BB8F4654D9CF}" dt="2023-09-09T19:07:41.564" v="3823"/>
          <ac:grpSpMkLst>
            <pc:docMk/>
            <pc:sldMk cId="3518165027" sldId="256"/>
            <ac:grpSpMk id="90" creationId="{44AAFBF4-BE31-83B8-8F27-011371095B65}"/>
          </ac:grpSpMkLst>
        </pc:grpChg>
        <pc:grpChg chg="add mod">
          <ac:chgData name="Surovi, Agnila Ghosh" userId="55d7b2db-3a0f-421b-b43f-d2cf2b85e4e0" providerId="ADAL" clId="{26400A7F-3D87-4777-99CA-BB8F4654D9CF}" dt="2023-09-11T00:10:21.997" v="8912" actId="1076"/>
          <ac:grpSpMkLst>
            <pc:docMk/>
            <pc:sldMk cId="3518165027" sldId="256"/>
            <ac:grpSpMk id="93" creationId="{DD021680-3254-14C6-631B-695FB04A204F}"/>
          </ac:grpSpMkLst>
        </pc:grpChg>
        <pc:grpChg chg="mod">
          <ac:chgData name="Surovi, Agnila Ghosh" userId="55d7b2db-3a0f-421b-b43f-d2cf2b85e4e0" providerId="ADAL" clId="{26400A7F-3D87-4777-99CA-BB8F4654D9CF}" dt="2023-09-09T19:18:50.465" v="3925"/>
          <ac:grpSpMkLst>
            <pc:docMk/>
            <pc:sldMk cId="3518165027" sldId="256"/>
            <ac:grpSpMk id="95" creationId="{F77CD6BC-28D9-7823-4F09-F7030AE81140}"/>
          </ac:grpSpMkLst>
        </pc:grpChg>
        <pc:grpChg chg="add mod">
          <ac:chgData name="Surovi, Agnila Ghosh" userId="55d7b2db-3a0f-421b-b43f-d2cf2b85e4e0" providerId="ADAL" clId="{26400A7F-3D87-4777-99CA-BB8F4654D9CF}" dt="2023-09-10T02:33:23.641" v="6797" actId="1076"/>
          <ac:grpSpMkLst>
            <pc:docMk/>
            <pc:sldMk cId="3518165027" sldId="256"/>
            <ac:grpSpMk id="100" creationId="{38EC6EB2-6297-2F91-DF9A-1049EE856BB8}"/>
          </ac:grpSpMkLst>
        </pc:grpChg>
        <pc:grpChg chg="mod">
          <ac:chgData name="Surovi, Agnila Ghosh" userId="55d7b2db-3a0f-421b-b43f-d2cf2b85e4e0" providerId="ADAL" clId="{26400A7F-3D87-4777-99CA-BB8F4654D9CF}" dt="2023-09-09T19:22:27.407" v="4102"/>
          <ac:grpSpMkLst>
            <pc:docMk/>
            <pc:sldMk cId="3518165027" sldId="256"/>
            <ac:grpSpMk id="102" creationId="{358BF095-5743-0D1D-1691-FE7D42F39A6E}"/>
          </ac:grpSpMkLst>
        </pc:grpChg>
        <pc:grpChg chg="add del mod">
          <ac:chgData name="Surovi, Agnila Ghosh" userId="55d7b2db-3a0f-421b-b43f-d2cf2b85e4e0" providerId="ADAL" clId="{26400A7F-3D87-4777-99CA-BB8F4654D9CF}" dt="2023-09-09T19:58:59.481" v="4333" actId="478"/>
          <ac:grpSpMkLst>
            <pc:docMk/>
            <pc:sldMk cId="3518165027" sldId="256"/>
            <ac:grpSpMk id="107" creationId="{C6E6E300-47EF-9338-B05A-B0054CCFC25F}"/>
          </ac:grpSpMkLst>
        </pc:grpChg>
        <pc:grpChg chg="mod">
          <ac:chgData name="Surovi, Agnila Ghosh" userId="55d7b2db-3a0f-421b-b43f-d2cf2b85e4e0" providerId="ADAL" clId="{26400A7F-3D87-4777-99CA-BB8F4654D9CF}" dt="2023-09-09T19:58:52.056" v="4331"/>
          <ac:grpSpMkLst>
            <pc:docMk/>
            <pc:sldMk cId="3518165027" sldId="256"/>
            <ac:grpSpMk id="109" creationId="{68935B8B-C0CC-A8DD-37E2-1A34DAAE0BF1}"/>
          </ac:grpSpMkLst>
        </pc:grpChg>
        <pc:grpChg chg="add mod">
          <ac:chgData name="Surovi, Agnila Ghosh" userId="55d7b2db-3a0f-421b-b43f-d2cf2b85e4e0" providerId="ADAL" clId="{26400A7F-3D87-4777-99CA-BB8F4654D9CF}" dt="2023-09-11T00:10:11.287" v="8911" actId="1076"/>
          <ac:grpSpMkLst>
            <pc:docMk/>
            <pc:sldMk cId="3518165027" sldId="256"/>
            <ac:grpSpMk id="113" creationId="{E0BDD815-C106-4633-CA60-1097E6959EC8}"/>
          </ac:grpSpMkLst>
        </pc:grpChg>
        <pc:grpChg chg="mod">
          <ac:chgData name="Surovi, Agnila Ghosh" userId="55d7b2db-3a0f-421b-b43f-d2cf2b85e4e0" providerId="ADAL" clId="{26400A7F-3D87-4777-99CA-BB8F4654D9CF}" dt="2023-09-09T20:34:15.254" v="4376"/>
          <ac:grpSpMkLst>
            <pc:docMk/>
            <pc:sldMk cId="3518165027" sldId="256"/>
            <ac:grpSpMk id="115" creationId="{EF7850DA-9F45-A665-11F1-1201A15B5ACD}"/>
          </ac:grpSpMkLst>
        </pc:grpChg>
        <pc:grpChg chg="add del mod">
          <ac:chgData name="Surovi, Agnila Ghosh" userId="55d7b2db-3a0f-421b-b43f-d2cf2b85e4e0" providerId="ADAL" clId="{26400A7F-3D87-4777-99CA-BB8F4654D9CF}" dt="2023-09-09T21:57:07.412" v="4868"/>
          <ac:grpSpMkLst>
            <pc:docMk/>
            <pc:sldMk cId="3518165027" sldId="256"/>
            <ac:grpSpMk id="126" creationId="{BDB4479A-4F21-7E16-D5FA-5805FCB1F079}"/>
          </ac:grpSpMkLst>
        </pc:grpChg>
        <pc:grpChg chg="add del mod">
          <ac:chgData name="Surovi, Agnila Ghosh" userId="55d7b2db-3a0f-421b-b43f-d2cf2b85e4e0" providerId="ADAL" clId="{26400A7F-3D87-4777-99CA-BB8F4654D9CF}" dt="2023-08-30T04:31:54.211" v="1027" actId="165"/>
          <ac:grpSpMkLst>
            <pc:docMk/>
            <pc:sldMk cId="3518165027" sldId="256"/>
            <ac:grpSpMk id="232" creationId="{41FB4884-A209-4894-F665-3ACE1017E099}"/>
          </ac:grpSpMkLst>
        </pc:grpChg>
        <pc:grpChg chg="add del mod">
          <ac:chgData name="Surovi, Agnila Ghosh" userId="55d7b2db-3a0f-421b-b43f-d2cf2b85e4e0" providerId="ADAL" clId="{26400A7F-3D87-4777-99CA-BB8F4654D9CF}" dt="2023-09-09T14:31:14.936" v="1035" actId="478"/>
          <ac:grpSpMkLst>
            <pc:docMk/>
            <pc:sldMk cId="3518165027" sldId="256"/>
            <ac:grpSpMk id="233" creationId="{C0B509B5-FD8A-495D-1C74-E76914F15AA2}"/>
          </ac:grpSpMkLst>
        </pc:grpChg>
        <pc:grpChg chg="add del mod">
          <ac:chgData name="Surovi, Agnila Ghosh" userId="55d7b2db-3a0f-421b-b43f-d2cf2b85e4e0" providerId="ADAL" clId="{26400A7F-3D87-4777-99CA-BB8F4654D9CF}" dt="2023-09-09T22:01:31.415" v="4875" actId="478"/>
          <ac:grpSpMkLst>
            <pc:docMk/>
            <pc:sldMk cId="3518165027" sldId="256"/>
            <ac:grpSpMk id="240" creationId="{F4548AA1-44E8-57D9-7C9A-1807A1313AE4}"/>
          </ac:grpSpMkLst>
        </pc:grpChg>
        <pc:grpChg chg="mod">
          <ac:chgData name="Surovi, Agnila Ghosh" userId="55d7b2db-3a0f-421b-b43f-d2cf2b85e4e0" providerId="ADAL" clId="{26400A7F-3D87-4777-99CA-BB8F4654D9CF}" dt="2023-09-09T22:01:24.916" v="4873"/>
          <ac:grpSpMkLst>
            <pc:docMk/>
            <pc:sldMk cId="3518165027" sldId="256"/>
            <ac:grpSpMk id="251" creationId="{A6ABE9A2-9550-4563-A1E7-814FC8931A4A}"/>
          </ac:grpSpMkLst>
        </pc:grpChg>
        <pc:grpChg chg="mod">
          <ac:chgData name="Surovi, Agnila Ghosh" userId="55d7b2db-3a0f-421b-b43f-d2cf2b85e4e0" providerId="ADAL" clId="{26400A7F-3D87-4777-99CA-BB8F4654D9CF}" dt="2023-09-09T21:57:04.365" v="4867"/>
          <ac:grpSpMkLst>
            <pc:docMk/>
            <pc:sldMk cId="3518165027" sldId="256"/>
            <ac:grpSpMk id="1026" creationId="{FBEAB6BD-136E-5887-7D89-8ED4C46D22DF}"/>
          </ac:grpSpMkLst>
        </pc:grpChg>
        <pc:grpChg chg="mod">
          <ac:chgData name="Surovi, Agnila Ghosh" userId="55d7b2db-3a0f-421b-b43f-d2cf2b85e4e0" providerId="ADAL" clId="{26400A7F-3D87-4777-99CA-BB8F4654D9CF}" dt="2023-09-09T21:57:04.365" v="4867"/>
          <ac:grpSpMkLst>
            <pc:docMk/>
            <pc:sldMk cId="3518165027" sldId="256"/>
            <ac:grpSpMk id="1080" creationId="{6CD50249-5700-8095-A962-FA16D28980B0}"/>
          </ac:grpSpMkLst>
        </pc:grpChg>
        <pc:grpChg chg="mod">
          <ac:chgData name="Surovi, Agnila Ghosh" userId="55d7b2db-3a0f-421b-b43f-d2cf2b85e4e0" providerId="ADAL" clId="{26400A7F-3D87-4777-99CA-BB8F4654D9CF}" dt="2023-09-09T21:57:04.365" v="4867"/>
          <ac:grpSpMkLst>
            <pc:docMk/>
            <pc:sldMk cId="3518165027" sldId="256"/>
            <ac:grpSpMk id="1081" creationId="{27107FF1-F689-2AAE-4F7B-9BA58B919809}"/>
          </ac:grpSpMkLst>
        </pc:grpChg>
        <pc:grpChg chg="add del mod">
          <ac:chgData name="Surovi, Agnila Ghosh" userId="55d7b2db-3a0f-421b-b43f-d2cf2b85e4e0" providerId="ADAL" clId="{26400A7F-3D87-4777-99CA-BB8F4654D9CF}" dt="2023-09-09T22:15:14.412" v="4904"/>
          <ac:grpSpMkLst>
            <pc:docMk/>
            <pc:sldMk cId="3518165027" sldId="256"/>
            <ac:grpSpMk id="1282" creationId="{73748A3D-50E9-7982-56BB-0A2EC2339F2F}"/>
          </ac:grpSpMkLst>
        </pc:grpChg>
        <pc:grpChg chg="add del mod">
          <ac:chgData name="Surovi, Agnila Ghosh" userId="55d7b2db-3a0f-421b-b43f-d2cf2b85e4e0" providerId="ADAL" clId="{26400A7F-3D87-4777-99CA-BB8F4654D9CF}" dt="2023-09-09T23:45:34.494" v="6053" actId="478"/>
          <ac:grpSpMkLst>
            <pc:docMk/>
            <pc:sldMk cId="3518165027" sldId="256"/>
            <ac:grpSpMk id="1302" creationId="{6BBB4854-58C2-195A-F636-192B720847D9}"/>
          </ac:grpSpMkLst>
        </pc:grpChg>
        <pc:grpChg chg="mod">
          <ac:chgData name="Surovi, Agnila Ghosh" userId="55d7b2db-3a0f-421b-b43f-d2cf2b85e4e0" providerId="ADAL" clId="{26400A7F-3D87-4777-99CA-BB8F4654D9CF}" dt="2023-09-09T23:45:28.729" v="6051"/>
          <ac:grpSpMkLst>
            <pc:docMk/>
            <pc:sldMk cId="3518165027" sldId="256"/>
            <ac:grpSpMk id="1304" creationId="{83770497-9599-F5AC-44EC-BCFD924F5F36}"/>
          </ac:grpSpMkLst>
        </pc:grpChg>
        <pc:grpChg chg="add del mod">
          <ac:chgData name="Surovi, Agnila Ghosh" userId="55d7b2db-3a0f-421b-b43f-d2cf2b85e4e0" providerId="ADAL" clId="{26400A7F-3D87-4777-99CA-BB8F4654D9CF}" dt="2023-09-09T23:45:43.049" v="6055"/>
          <ac:grpSpMkLst>
            <pc:docMk/>
            <pc:sldMk cId="3518165027" sldId="256"/>
            <ac:grpSpMk id="1307" creationId="{AF55CC8F-3A85-6625-F3E8-430C3B7BFD2E}"/>
          </ac:grpSpMkLst>
        </pc:grpChg>
        <pc:grpChg chg="mod">
          <ac:chgData name="Surovi, Agnila Ghosh" userId="55d7b2db-3a0f-421b-b43f-d2cf2b85e4e0" providerId="ADAL" clId="{26400A7F-3D87-4777-99CA-BB8F4654D9CF}" dt="2023-09-09T23:45:40.007" v="6054"/>
          <ac:grpSpMkLst>
            <pc:docMk/>
            <pc:sldMk cId="3518165027" sldId="256"/>
            <ac:grpSpMk id="1309" creationId="{EE4045B4-CA38-DA26-87D5-220240CEAADC}"/>
          </ac:grpSpMkLst>
        </pc:grpChg>
        <pc:grpChg chg="add del mod">
          <ac:chgData name="Surovi, Agnila Ghosh" userId="55d7b2db-3a0f-421b-b43f-d2cf2b85e4e0" providerId="ADAL" clId="{26400A7F-3D87-4777-99CA-BB8F4654D9CF}" dt="2023-09-09T23:45:51.337" v="6057"/>
          <ac:grpSpMkLst>
            <pc:docMk/>
            <pc:sldMk cId="3518165027" sldId="256"/>
            <ac:grpSpMk id="1312" creationId="{CED68C86-F4C2-54D4-84F8-4397D9B674BA}"/>
          </ac:grpSpMkLst>
        </pc:grpChg>
        <pc:grpChg chg="mod">
          <ac:chgData name="Surovi, Agnila Ghosh" userId="55d7b2db-3a0f-421b-b43f-d2cf2b85e4e0" providerId="ADAL" clId="{26400A7F-3D87-4777-99CA-BB8F4654D9CF}" dt="2023-09-09T23:45:48.734" v="6056"/>
          <ac:grpSpMkLst>
            <pc:docMk/>
            <pc:sldMk cId="3518165027" sldId="256"/>
            <ac:grpSpMk id="1314" creationId="{DC81D232-61B7-F063-EC14-48B1487A4897}"/>
          </ac:grpSpMkLst>
        </pc:grpChg>
        <pc:grpChg chg="add mod">
          <ac:chgData name="Surovi, Agnila Ghosh" userId="55d7b2db-3a0f-421b-b43f-d2cf2b85e4e0" providerId="ADAL" clId="{26400A7F-3D87-4777-99CA-BB8F4654D9CF}" dt="2023-09-10T02:00:26.727" v="6691" actId="1076"/>
          <ac:grpSpMkLst>
            <pc:docMk/>
            <pc:sldMk cId="3518165027" sldId="256"/>
            <ac:grpSpMk id="1317" creationId="{1F03CA98-A105-9CE7-81C1-CEFD3A148D93}"/>
          </ac:grpSpMkLst>
        </pc:grpChg>
        <pc:grpChg chg="mod">
          <ac:chgData name="Surovi, Agnila Ghosh" userId="55d7b2db-3a0f-421b-b43f-d2cf2b85e4e0" providerId="ADAL" clId="{26400A7F-3D87-4777-99CA-BB8F4654D9CF}" dt="2023-09-09T23:46:00.172" v="6058"/>
          <ac:grpSpMkLst>
            <pc:docMk/>
            <pc:sldMk cId="3518165027" sldId="256"/>
            <ac:grpSpMk id="1319" creationId="{EB2F4413-BF94-C03A-8F14-450120EAA506}"/>
          </ac:grpSpMkLst>
        </pc:grpChg>
        <pc:grpChg chg="add mod">
          <ac:chgData name="Surovi, Agnila Ghosh" userId="55d7b2db-3a0f-421b-b43f-d2cf2b85e4e0" providerId="ADAL" clId="{26400A7F-3D87-4777-99CA-BB8F4654D9CF}" dt="2023-09-10T03:50:16.863" v="6801" actId="1076"/>
          <ac:grpSpMkLst>
            <pc:docMk/>
            <pc:sldMk cId="3518165027" sldId="256"/>
            <ac:grpSpMk id="1322" creationId="{D35D29DB-3C5C-70E5-008F-D8C5C4E41819}"/>
          </ac:grpSpMkLst>
        </pc:grpChg>
        <pc:grpChg chg="add mod">
          <ac:chgData name="Surovi, Agnila Ghosh" userId="55d7b2db-3a0f-421b-b43f-d2cf2b85e4e0" providerId="ADAL" clId="{26400A7F-3D87-4777-99CA-BB8F4654D9CF}" dt="2023-09-11T00:10:28.334" v="8913" actId="1076"/>
          <ac:grpSpMkLst>
            <pc:docMk/>
            <pc:sldMk cId="3518165027" sldId="256"/>
            <ac:grpSpMk id="1324" creationId="{585B41C7-338D-717D-88F5-ADD4308A9591}"/>
          </ac:grpSpMkLst>
        </pc:grpChg>
        <pc:grpChg chg="mod">
          <ac:chgData name="Surovi, Agnila Ghosh" userId="55d7b2db-3a0f-421b-b43f-d2cf2b85e4e0" providerId="ADAL" clId="{26400A7F-3D87-4777-99CA-BB8F4654D9CF}" dt="2023-09-10T00:29:12.352" v="6306"/>
          <ac:grpSpMkLst>
            <pc:docMk/>
            <pc:sldMk cId="3518165027" sldId="256"/>
            <ac:grpSpMk id="1326" creationId="{CABF0DF0-3DBC-C7BD-7772-CD4A717F1442}"/>
          </ac:grpSpMkLst>
        </pc:grpChg>
        <pc:grpChg chg="add mod">
          <ac:chgData name="Surovi, Agnila Ghosh" userId="55d7b2db-3a0f-421b-b43f-d2cf2b85e4e0" providerId="ADAL" clId="{26400A7F-3D87-4777-99CA-BB8F4654D9CF}" dt="2023-09-11T00:06:54.690" v="8893" actId="1076"/>
          <ac:grpSpMkLst>
            <pc:docMk/>
            <pc:sldMk cId="3518165027" sldId="256"/>
            <ac:grpSpMk id="1329" creationId="{28CF451D-A8EC-402F-A6C8-ED6ADBBC7370}"/>
          </ac:grpSpMkLst>
        </pc:grpChg>
        <pc:grpChg chg="mod">
          <ac:chgData name="Surovi, Agnila Ghosh" userId="55d7b2db-3a0f-421b-b43f-d2cf2b85e4e0" providerId="ADAL" clId="{26400A7F-3D87-4777-99CA-BB8F4654D9CF}" dt="2023-09-10T00:34:52.279" v="6357"/>
          <ac:grpSpMkLst>
            <pc:docMk/>
            <pc:sldMk cId="3518165027" sldId="256"/>
            <ac:grpSpMk id="1331" creationId="{177C977A-F1B9-C84C-CD88-CF036A73160C}"/>
          </ac:grpSpMkLst>
        </pc:grpChg>
        <pc:grpChg chg="add mod">
          <ac:chgData name="Surovi, Agnila Ghosh" userId="55d7b2db-3a0f-421b-b43f-d2cf2b85e4e0" providerId="ADAL" clId="{26400A7F-3D87-4777-99CA-BB8F4654D9CF}" dt="2023-09-10T03:50:50.839" v="6806" actId="1076"/>
          <ac:grpSpMkLst>
            <pc:docMk/>
            <pc:sldMk cId="3518165027" sldId="256"/>
            <ac:grpSpMk id="1334" creationId="{E5CF1435-847A-7EBB-14D5-EA7121B8C471}"/>
          </ac:grpSpMkLst>
        </pc:grpChg>
        <pc:grpChg chg="add mod">
          <ac:chgData name="Surovi, Agnila Ghosh" userId="55d7b2db-3a0f-421b-b43f-d2cf2b85e4e0" providerId="ADAL" clId="{26400A7F-3D87-4777-99CA-BB8F4654D9CF}" dt="2023-09-10T21:43:20.372" v="8314" actId="1076"/>
          <ac:grpSpMkLst>
            <pc:docMk/>
            <pc:sldMk cId="3518165027" sldId="256"/>
            <ac:grpSpMk id="1418" creationId="{8A982960-8088-E74E-177F-4071B2CB487A}"/>
          </ac:grpSpMkLst>
        </pc:grpChg>
        <pc:grpChg chg="add mod">
          <ac:chgData name="Surovi, Agnila Ghosh" userId="55d7b2db-3a0f-421b-b43f-d2cf2b85e4e0" providerId="ADAL" clId="{26400A7F-3D87-4777-99CA-BB8F4654D9CF}" dt="2023-09-10T21:43:32.263" v="8315" actId="1076"/>
          <ac:grpSpMkLst>
            <pc:docMk/>
            <pc:sldMk cId="3518165027" sldId="256"/>
            <ac:grpSpMk id="1419" creationId="{4D8C2D2B-D6E1-73DE-20BB-E27FB967FA8E}"/>
          </ac:grpSpMkLst>
        </pc:grpChg>
        <pc:grpChg chg="add mod">
          <ac:chgData name="Surovi, Agnila Ghosh" userId="55d7b2db-3a0f-421b-b43f-d2cf2b85e4e0" providerId="ADAL" clId="{26400A7F-3D87-4777-99CA-BB8F4654D9CF}" dt="2023-09-10T20:45:17.160" v="8236" actId="164"/>
          <ac:grpSpMkLst>
            <pc:docMk/>
            <pc:sldMk cId="3518165027" sldId="256"/>
            <ac:grpSpMk id="1428" creationId="{27B4C006-AE60-8CDC-0331-3A8F93DF2442}"/>
          </ac:grpSpMkLst>
        </pc:grpChg>
        <pc:grpChg chg="add mod">
          <ac:chgData name="Surovi, Agnila Ghosh" userId="55d7b2db-3a0f-421b-b43f-d2cf2b85e4e0" providerId="ADAL" clId="{26400A7F-3D87-4777-99CA-BB8F4654D9CF}" dt="2023-09-10T20:45:17.160" v="8236" actId="164"/>
          <ac:grpSpMkLst>
            <pc:docMk/>
            <pc:sldMk cId="3518165027" sldId="256"/>
            <ac:grpSpMk id="1434" creationId="{0495D876-6D26-4062-024A-AD21CAF51A0C}"/>
          </ac:grpSpMkLst>
        </pc:grpChg>
        <pc:grpChg chg="add mod">
          <ac:chgData name="Surovi, Agnila Ghosh" userId="55d7b2db-3a0f-421b-b43f-d2cf2b85e4e0" providerId="ADAL" clId="{26400A7F-3D87-4777-99CA-BB8F4654D9CF}" dt="2023-09-10T20:45:17.160" v="8236" actId="164"/>
          <ac:grpSpMkLst>
            <pc:docMk/>
            <pc:sldMk cId="3518165027" sldId="256"/>
            <ac:grpSpMk id="1435" creationId="{9B8B3CF3-A249-A8F1-F51D-70ACEFA646C1}"/>
          </ac:grpSpMkLst>
        </pc:grpChg>
        <pc:grpChg chg="add mod">
          <ac:chgData name="Surovi, Agnila Ghosh" userId="55d7b2db-3a0f-421b-b43f-d2cf2b85e4e0" providerId="ADAL" clId="{26400A7F-3D87-4777-99CA-BB8F4654D9CF}" dt="2023-09-10T23:37:11.647" v="8827" actId="1076"/>
          <ac:grpSpMkLst>
            <pc:docMk/>
            <pc:sldMk cId="3518165027" sldId="256"/>
            <ac:grpSpMk id="1438" creationId="{D2464032-8ADB-13DE-829F-F7148E1DF66E}"/>
          </ac:grpSpMkLst>
        </pc:grpChg>
        <pc:grpChg chg="add mod">
          <ac:chgData name="Surovi, Agnila Ghosh" userId="55d7b2db-3a0f-421b-b43f-d2cf2b85e4e0" providerId="ADAL" clId="{26400A7F-3D87-4777-99CA-BB8F4654D9CF}" dt="2023-09-10T21:42:18.107" v="8310" actId="1076"/>
          <ac:grpSpMkLst>
            <pc:docMk/>
            <pc:sldMk cId="3518165027" sldId="256"/>
            <ac:grpSpMk id="1443" creationId="{03722DE9-0BF9-58DC-836D-816B94582993}"/>
          </ac:grpSpMkLst>
        </pc:grpChg>
        <pc:grpChg chg="add del mod">
          <ac:chgData name="Surovi, Agnila Ghosh" userId="55d7b2db-3a0f-421b-b43f-d2cf2b85e4e0" providerId="ADAL" clId="{26400A7F-3D87-4777-99CA-BB8F4654D9CF}" dt="2023-09-10T22:33:04.612" v="8411" actId="165"/>
          <ac:grpSpMkLst>
            <pc:docMk/>
            <pc:sldMk cId="3518165027" sldId="256"/>
            <ac:grpSpMk id="1453" creationId="{2EF74709-74FB-3F2E-7626-BE30CB1A5A63}"/>
          </ac:grpSpMkLst>
        </pc:grpChg>
        <pc:grpChg chg="add del mod">
          <ac:chgData name="Surovi, Agnila Ghosh" userId="55d7b2db-3a0f-421b-b43f-d2cf2b85e4e0" providerId="ADAL" clId="{26400A7F-3D87-4777-99CA-BB8F4654D9CF}" dt="2023-09-10T23:31:28.734" v="8747" actId="165"/>
          <ac:grpSpMkLst>
            <pc:docMk/>
            <pc:sldMk cId="3518165027" sldId="256"/>
            <ac:grpSpMk id="1476" creationId="{93D1C1D3-0171-0007-1E65-0FF01F5BB5BB}"/>
          </ac:grpSpMkLst>
        </pc:grpChg>
        <pc:graphicFrameChg chg="add del modGraphic">
          <ac:chgData name="Surovi, Agnila Ghosh" userId="55d7b2db-3a0f-421b-b43f-d2cf2b85e4e0" providerId="ADAL" clId="{26400A7F-3D87-4777-99CA-BB8F4654D9CF}" dt="2023-08-29T17:52:20.945" v="70" actId="478"/>
          <ac:graphicFrameMkLst>
            <pc:docMk/>
            <pc:sldMk cId="3518165027" sldId="256"/>
            <ac:graphicFrameMk id="12" creationId="{EB0055F6-D383-C1A5-1037-E41620076F37}"/>
          </ac:graphicFrameMkLst>
        </pc:graphicFrameChg>
        <pc:graphicFrameChg chg="add del mod modGraphic">
          <ac:chgData name="Surovi, Agnila Ghosh" userId="55d7b2db-3a0f-421b-b43f-d2cf2b85e4e0" providerId="ADAL" clId="{26400A7F-3D87-4777-99CA-BB8F4654D9CF}" dt="2023-08-30T02:01:32.722" v="493" actId="478"/>
          <ac:graphicFrameMkLst>
            <pc:docMk/>
            <pc:sldMk cId="3518165027" sldId="256"/>
            <ac:graphicFrameMk id="29" creationId="{28295462-78FD-2613-FCC8-D37573F42603}"/>
          </ac:graphicFrameMkLst>
        </pc:graphicFrameChg>
        <pc:graphicFrameChg chg="add mod modGraphic">
          <ac:chgData name="Surovi, Agnila Ghosh" userId="55d7b2db-3a0f-421b-b43f-d2cf2b85e4e0" providerId="ADAL" clId="{26400A7F-3D87-4777-99CA-BB8F4654D9CF}" dt="2023-09-11T00:16:03.536" v="8931" actId="1582"/>
          <ac:graphicFrameMkLst>
            <pc:docMk/>
            <pc:sldMk cId="3518165027" sldId="256"/>
            <ac:graphicFrameMk id="1286" creationId="{73684A44-0111-2348-1467-8AA8D6450C13}"/>
          </ac:graphicFrameMkLst>
        </pc:graphicFrameChg>
        <pc:graphicFrameChg chg="add mod modGraphic">
          <ac:chgData name="Surovi, Agnila Ghosh" userId="55d7b2db-3a0f-421b-b43f-d2cf2b85e4e0" providerId="ADAL" clId="{26400A7F-3D87-4777-99CA-BB8F4654D9CF}" dt="2023-09-10T02:14:20.283" v="6761" actId="14734"/>
          <ac:graphicFrameMkLst>
            <pc:docMk/>
            <pc:sldMk cId="3518165027" sldId="256"/>
            <ac:graphicFrameMk id="1289" creationId="{2200E497-0087-FB44-F0CA-A224466A07CF}"/>
          </ac:graphicFrameMkLst>
        </pc:graphicFrameChg>
        <pc:graphicFrameChg chg="add mod modGraphic">
          <ac:chgData name="Surovi, Agnila Ghosh" userId="55d7b2db-3a0f-421b-b43f-d2cf2b85e4e0" providerId="ADAL" clId="{26400A7F-3D87-4777-99CA-BB8F4654D9CF}" dt="2023-09-10T02:15:21.188" v="6770" actId="1076"/>
          <ac:graphicFrameMkLst>
            <pc:docMk/>
            <pc:sldMk cId="3518165027" sldId="256"/>
            <ac:graphicFrameMk id="1297" creationId="{0CEC6A49-4CE9-D5EE-A1AF-2BD7A386B0C7}"/>
          </ac:graphicFrameMkLst>
        </pc:graphicFrameChg>
        <pc:graphicFrameChg chg="add mod modGraphic">
          <ac:chgData name="Surovi, Agnila Ghosh" userId="55d7b2db-3a0f-421b-b43f-d2cf2b85e4e0" providerId="ADAL" clId="{26400A7F-3D87-4777-99CA-BB8F4654D9CF}" dt="2023-09-10T02:12:57.004" v="6749" actId="14734"/>
          <ac:graphicFrameMkLst>
            <pc:docMk/>
            <pc:sldMk cId="3518165027" sldId="256"/>
            <ac:graphicFrameMk id="1299" creationId="{E62ED95C-F71C-7655-3659-81929DED9880}"/>
          </ac:graphicFrameMkLst>
        </pc:graphicFrameChg>
        <pc:graphicFrameChg chg="add mod modGraphic">
          <ac:chgData name="Surovi, Agnila Ghosh" userId="55d7b2db-3a0f-421b-b43f-d2cf2b85e4e0" providerId="ADAL" clId="{26400A7F-3D87-4777-99CA-BB8F4654D9CF}" dt="2023-09-10T02:14:38.902" v="6762" actId="113"/>
          <ac:graphicFrameMkLst>
            <pc:docMk/>
            <pc:sldMk cId="3518165027" sldId="256"/>
            <ac:graphicFrameMk id="1301" creationId="{4C5EC060-144F-E0E5-57DF-79659597E7DD}"/>
          </ac:graphicFrameMkLst>
        </pc:graphicFrameChg>
        <pc:graphicFrameChg chg="add mod modGraphic">
          <ac:chgData name="Surovi, Agnila Ghosh" userId="55d7b2db-3a0f-421b-b43f-d2cf2b85e4e0" providerId="ADAL" clId="{26400A7F-3D87-4777-99CA-BB8F4654D9CF}" dt="2023-09-10T21:43:14.164" v="8313" actId="1076"/>
          <ac:graphicFrameMkLst>
            <pc:docMk/>
            <pc:sldMk cId="3518165027" sldId="256"/>
            <ac:graphicFrameMk id="1341" creationId="{EE58CC8B-68EC-45DA-121D-178B43E140EE}"/>
          </ac:graphicFrameMkLst>
        </pc:graphicFrameChg>
        <pc:graphicFrameChg chg="add del mod">
          <ac:chgData name="Surovi, Agnila Ghosh" userId="55d7b2db-3a0f-421b-b43f-d2cf2b85e4e0" providerId="ADAL" clId="{26400A7F-3D87-4777-99CA-BB8F4654D9CF}" dt="2023-09-10T03:58:04.618" v="6860" actId="478"/>
          <ac:graphicFrameMkLst>
            <pc:docMk/>
            <pc:sldMk cId="3518165027" sldId="256"/>
            <ac:graphicFrameMk id="1342" creationId="{5780906D-316D-6A85-3BDA-CB49A520C972}"/>
          </ac:graphicFrameMkLst>
        </pc:graphicFrameChg>
        <pc:graphicFrameChg chg="add del mod">
          <ac:chgData name="Surovi, Agnila Ghosh" userId="55d7b2db-3a0f-421b-b43f-d2cf2b85e4e0" providerId="ADAL" clId="{26400A7F-3D87-4777-99CA-BB8F4654D9CF}" dt="2023-09-10T04:29:37.537" v="7244" actId="478"/>
          <ac:graphicFrameMkLst>
            <pc:docMk/>
            <pc:sldMk cId="3518165027" sldId="256"/>
            <ac:graphicFrameMk id="1388" creationId="{4DDBA291-2BC4-4834-A453-4E1667A88122}"/>
          </ac:graphicFrameMkLst>
        </pc:graphicFrameChg>
        <pc:graphicFrameChg chg="add mod modGraphic">
          <ac:chgData name="Surovi, Agnila Ghosh" userId="55d7b2db-3a0f-421b-b43f-d2cf2b85e4e0" providerId="ADAL" clId="{26400A7F-3D87-4777-99CA-BB8F4654D9CF}" dt="2023-09-10T21:42:38.043" v="8311" actId="1076"/>
          <ac:graphicFrameMkLst>
            <pc:docMk/>
            <pc:sldMk cId="3518165027" sldId="256"/>
            <ac:graphicFrameMk id="1391" creationId="{BB44E820-1D85-2721-4EEF-527D90ECA915}"/>
          </ac:graphicFrameMkLst>
        </pc:graphicFrameChg>
        <pc:graphicFrameChg chg="add del mod">
          <ac:chgData name="Surovi, Agnila Ghosh" userId="55d7b2db-3a0f-421b-b43f-d2cf2b85e4e0" providerId="ADAL" clId="{26400A7F-3D87-4777-99CA-BB8F4654D9CF}" dt="2023-09-10T20:27:37.197" v="8137" actId="478"/>
          <ac:graphicFrameMkLst>
            <pc:docMk/>
            <pc:sldMk cId="3518165027" sldId="256"/>
            <ac:graphicFrameMk id="1425" creationId="{32632634-0A2F-4B46-B233-E168E17DF82A}"/>
          </ac:graphicFrameMkLst>
        </pc:graphicFrameChg>
        <pc:picChg chg="del mod">
          <ac:chgData name="Surovi, Agnila Ghosh" userId="55d7b2db-3a0f-421b-b43f-d2cf2b85e4e0" providerId="ADAL" clId="{26400A7F-3D87-4777-99CA-BB8F4654D9CF}" dt="2023-09-09T14:31:33.645" v="1037" actId="478"/>
          <ac:picMkLst>
            <pc:docMk/>
            <pc:sldMk cId="3518165027" sldId="256"/>
            <ac:picMk id="2" creationId="{A1971E5E-3C87-ACC9-82A3-ADBEEB450884}"/>
          </ac:picMkLst>
        </pc:picChg>
        <pc:picChg chg="del">
          <ac:chgData name="Surovi, Agnila Ghosh" userId="55d7b2db-3a0f-421b-b43f-d2cf2b85e4e0" providerId="ADAL" clId="{26400A7F-3D87-4777-99CA-BB8F4654D9CF}" dt="2023-08-29T20:28:25.575" v="136" actId="478"/>
          <ac:picMkLst>
            <pc:docMk/>
            <pc:sldMk cId="3518165027" sldId="256"/>
            <ac:picMk id="2" creationId="{CC4526D2-8A61-5225-D455-C5DF1CE7307D}"/>
          </ac:picMkLst>
        </pc:picChg>
        <pc:picChg chg="del">
          <ac:chgData name="Surovi, Agnila Ghosh" userId="55d7b2db-3a0f-421b-b43f-d2cf2b85e4e0" providerId="ADAL" clId="{26400A7F-3D87-4777-99CA-BB8F4654D9CF}" dt="2023-09-09T14:32:04.256" v="1038" actId="478"/>
          <ac:picMkLst>
            <pc:docMk/>
            <pc:sldMk cId="3518165027" sldId="256"/>
            <ac:picMk id="5" creationId="{299EF9CD-C857-8C97-BF57-2C834802D5DA}"/>
          </ac:picMkLst>
        </pc:picChg>
        <pc:picChg chg="del mod ord">
          <ac:chgData name="Surovi, Agnila Ghosh" userId="55d7b2db-3a0f-421b-b43f-d2cf2b85e4e0" providerId="ADAL" clId="{26400A7F-3D87-4777-99CA-BB8F4654D9CF}" dt="2023-09-09T20:27:52.189" v="4337" actId="478"/>
          <ac:picMkLst>
            <pc:docMk/>
            <pc:sldMk cId="3518165027" sldId="256"/>
            <ac:picMk id="6" creationId="{64599420-2235-2516-3551-88A117C98733}"/>
          </ac:picMkLst>
        </pc:picChg>
        <pc:picChg chg="add mod ord modCrop">
          <ac:chgData name="Surovi, Agnila Ghosh" userId="55d7b2db-3a0f-421b-b43f-d2cf2b85e4e0" providerId="ADAL" clId="{26400A7F-3D87-4777-99CA-BB8F4654D9CF}" dt="2023-08-30T01:26:37.274" v="399" actId="1076"/>
          <ac:picMkLst>
            <pc:docMk/>
            <pc:sldMk cId="3518165027" sldId="256"/>
            <ac:picMk id="30" creationId="{B8FE7025-5C00-5846-4CB9-AA5E2BD39975}"/>
          </ac:picMkLst>
        </pc:picChg>
        <pc:picChg chg="mod">
          <ac:chgData name="Surovi, Agnila Ghosh" userId="55d7b2db-3a0f-421b-b43f-d2cf2b85e4e0" providerId="ADAL" clId="{26400A7F-3D87-4777-99CA-BB8F4654D9CF}" dt="2023-09-10T02:25:51.579" v="6777" actId="1076"/>
          <ac:picMkLst>
            <pc:docMk/>
            <pc:sldMk cId="3518165027" sldId="256"/>
            <ac:picMk id="112" creationId="{DBCBC7B7-1961-7E0C-FCBE-0E1C8282D2E4}"/>
          </ac:picMkLst>
        </pc:picChg>
        <pc:picChg chg="del mod">
          <ac:chgData name="Surovi, Agnila Ghosh" userId="55d7b2db-3a0f-421b-b43f-d2cf2b85e4e0" providerId="ADAL" clId="{26400A7F-3D87-4777-99CA-BB8F4654D9CF}" dt="2023-09-09T22:00:17.409" v="4870" actId="478"/>
          <ac:picMkLst>
            <pc:docMk/>
            <pc:sldMk cId="3518165027" sldId="256"/>
            <ac:picMk id="238" creationId="{95FFB47C-17BA-9267-6A12-A89E001F2FF1}"/>
          </ac:picMkLst>
        </pc:picChg>
        <pc:picChg chg="del mod">
          <ac:chgData name="Surovi, Agnila Ghosh" userId="55d7b2db-3a0f-421b-b43f-d2cf2b85e4e0" providerId="ADAL" clId="{26400A7F-3D87-4777-99CA-BB8F4654D9CF}" dt="2023-09-09T22:01:32.619" v="4876" actId="478"/>
          <ac:picMkLst>
            <pc:docMk/>
            <pc:sldMk cId="3518165027" sldId="256"/>
            <ac:picMk id="239" creationId="{029ED5A3-1545-A387-61C6-0CCD47626905}"/>
          </ac:picMkLst>
        </pc:picChg>
        <pc:picChg chg="add del mod">
          <ac:chgData name="Surovi, Agnila Ghosh" userId="55d7b2db-3a0f-421b-b43f-d2cf2b85e4e0" providerId="ADAL" clId="{26400A7F-3D87-4777-99CA-BB8F4654D9CF}" dt="2023-08-29T20:32:03.890" v="141" actId="478"/>
          <ac:picMkLst>
            <pc:docMk/>
            <pc:sldMk cId="3518165027" sldId="256"/>
            <ac:picMk id="1026" creationId="{B3AF0146-1F84-D93B-25FC-2EADE809007F}"/>
          </ac:picMkLst>
        </pc:picChg>
        <pc:picChg chg="add del mod">
          <ac:chgData name="Surovi, Agnila Ghosh" userId="55d7b2db-3a0f-421b-b43f-d2cf2b85e4e0" providerId="ADAL" clId="{26400A7F-3D87-4777-99CA-BB8F4654D9CF}" dt="2023-08-29T20:33:25.013" v="147" actId="478"/>
          <ac:picMkLst>
            <pc:docMk/>
            <pc:sldMk cId="3518165027" sldId="256"/>
            <ac:picMk id="1028" creationId="{5D5705FC-BC07-229E-F22A-EF82A7BDA138}"/>
          </ac:picMkLst>
        </pc:picChg>
        <pc:picChg chg="add del mod">
          <ac:chgData name="Surovi, Agnila Ghosh" userId="55d7b2db-3a0f-421b-b43f-d2cf2b85e4e0" providerId="ADAL" clId="{26400A7F-3D87-4777-99CA-BB8F4654D9CF}" dt="2023-08-29T20:58:44.844" v="310" actId="478"/>
          <ac:picMkLst>
            <pc:docMk/>
            <pc:sldMk cId="3518165027" sldId="256"/>
            <ac:picMk id="1030" creationId="{2EFA5A52-732F-3418-A13F-9208CC5DE69D}"/>
          </ac:picMkLst>
        </pc:picChg>
        <pc:picChg chg="add del mod">
          <ac:chgData name="Surovi, Agnila Ghosh" userId="55d7b2db-3a0f-421b-b43f-d2cf2b85e4e0" providerId="ADAL" clId="{26400A7F-3D87-4777-99CA-BB8F4654D9CF}" dt="2023-08-30T01:26:06.232" v="397" actId="478"/>
          <ac:picMkLst>
            <pc:docMk/>
            <pc:sldMk cId="3518165027" sldId="256"/>
            <ac:picMk id="1032" creationId="{D2B0A5A3-CEF5-8E91-D0B1-34859DFD0685}"/>
          </ac:picMkLst>
        </pc:picChg>
        <pc:picChg chg="add del mod">
          <ac:chgData name="Surovi, Agnila Ghosh" userId="55d7b2db-3a0f-421b-b43f-d2cf2b85e4e0" providerId="ADAL" clId="{26400A7F-3D87-4777-99CA-BB8F4654D9CF}" dt="2023-08-29T21:02:10.779" v="334" actId="478"/>
          <ac:picMkLst>
            <pc:docMk/>
            <pc:sldMk cId="3518165027" sldId="256"/>
            <ac:picMk id="1034" creationId="{3E514552-157D-CC24-28BB-E691458081DD}"/>
          </ac:picMkLst>
        </pc:picChg>
        <pc:picChg chg="add del mod">
          <ac:chgData name="Surovi, Agnila Ghosh" userId="55d7b2db-3a0f-421b-b43f-d2cf2b85e4e0" providerId="ADAL" clId="{26400A7F-3D87-4777-99CA-BB8F4654D9CF}" dt="2023-08-29T21:04:34.605" v="347" actId="478"/>
          <ac:picMkLst>
            <pc:docMk/>
            <pc:sldMk cId="3518165027" sldId="256"/>
            <ac:picMk id="1036" creationId="{4037DC92-32C5-F914-F64C-68FA57B28FA6}"/>
          </ac:picMkLst>
        </pc:picChg>
        <pc:picChg chg="add del mod">
          <ac:chgData name="Surovi, Agnila Ghosh" userId="55d7b2db-3a0f-421b-b43f-d2cf2b85e4e0" providerId="ADAL" clId="{26400A7F-3D87-4777-99CA-BB8F4654D9CF}" dt="2023-08-29T21:11:40.318" v="383" actId="478"/>
          <ac:picMkLst>
            <pc:docMk/>
            <pc:sldMk cId="3518165027" sldId="256"/>
            <ac:picMk id="1040" creationId="{7CD9357E-0FAF-5706-2A8F-3B3C5F169701}"/>
          </ac:picMkLst>
        </pc:picChg>
        <pc:picChg chg="del mod">
          <ac:chgData name="Surovi, Agnila Ghosh" userId="55d7b2db-3a0f-421b-b43f-d2cf2b85e4e0" providerId="ADAL" clId="{26400A7F-3D87-4777-99CA-BB8F4654D9CF}" dt="2023-09-09T22:11:06.665" v="4902" actId="478"/>
          <ac:picMkLst>
            <pc:docMk/>
            <pc:sldMk cId="3518165027" sldId="256"/>
            <ac:picMk id="1280" creationId="{323E236E-D9E7-6D97-B64A-464961F254A0}"/>
          </ac:picMkLst>
        </pc:picChg>
        <pc:picChg chg="mod">
          <ac:chgData name="Surovi, Agnila Ghosh" userId="55d7b2db-3a0f-421b-b43f-d2cf2b85e4e0" providerId="ADAL" clId="{26400A7F-3D87-4777-99CA-BB8F4654D9CF}" dt="2023-09-09T23:59:22.391" v="6111" actId="164"/>
          <ac:picMkLst>
            <pc:docMk/>
            <pc:sldMk cId="3518165027" sldId="256"/>
            <ac:picMk id="1285" creationId="{955D5AFA-55B5-F45D-1115-3708D992BD40}"/>
          </ac:picMkLst>
        </pc:picChg>
        <pc:picChg chg="mod">
          <ac:chgData name="Surovi, Agnila Ghosh" userId="55d7b2db-3a0f-421b-b43f-d2cf2b85e4e0" providerId="ADAL" clId="{26400A7F-3D87-4777-99CA-BB8F4654D9CF}" dt="2023-09-10T00:23:21.300" v="6262" actId="1076"/>
          <ac:picMkLst>
            <pc:docMk/>
            <pc:sldMk cId="3518165027" sldId="256"/>
            <ac:picMk id="1290" creationId="{0F9F5EBE-8A44-6E28-529A-BCF339963501}"/>
          </ac:picMkLst>
        </pc:picChg>
        <pc:picChg chg="del mod">
          <ac:chgData name="Surovi, Agnila Ghosh" userId="55d7b2db-3a0f-421b-b43f-d2cf2b85e4e0" providerId="ADAL" clId="{26400A7F-3D87-4777-99CA-BB8F4654D9CF}" dt="2023-09-10T16:24:48.436" v="8077" actId="478"/>
          <ac:picMkLst>
            <pc:docMk/>
            <pc:sldMk cId="3518165027" sldId="256"/>
            <ac:picMk id="1389" creationId="{1B85B164-FF60-F28C-EEA5-E31A53011264}"/>
          </ac:picMkLst>
        </pc:picChg>
        <pc:picChg chg="del mod">
          <ac:chgData name="Surovi, Agnila Ghosh" userId="55d7b2db-3a0f-421b-b43f-d2cf2b85e4e0" providerId="ADAL" clId="{26400A7F-3D87-4777-99CA-BB8F4654D9CF}" dt="2023-09-10T16:24:26.218" v="8075" actId="478"/>
          <ac:picMkLst>
            <pc:docMk/>
            <pc:sldMk cId="3518165027" sldId="256"/>
            <ac:picMk id="1390" creationId="{67FCBA68-6E9B-9189-F6C3-337C403461BF}"/>
          </ac:picMkLst>
        </pc:picChg>
        <pc:picChg chg="add del mod">
          <ac:chgData name="Surovi, Agnila Ghosh" userId="55d7b2db-3a0f-421b-b43f-d2cf2b85e4e0" providerId="ADAL" clId="{26400A7F-3D87-4777-99CA-BB8F4654D9CF}" dt="2023-09-10T04:48:40.503" v="7478" actId="478"/>
          <ac:picMkLst>
            <pc:docMk/>
            <pc:sldMk cId="3518165027" sldId="256"/>
            <ac:picMk id="1393" creationId="{3E38DAA2-E488-D854-5260-ACC401295DFE}"/>
          </ac:picMkLst>
        </pc:picChg>
        <pc:picChg chg="add del mod">
          <ac:chgData name="Surovi, Agnila Ghosh" userId="55d7b2db-3a0f-421b-b43f-d2cf2b85e4e0" providerId="ADAL" clId="{26400A7F-3D87-4777-99CA-BB8F4654D9CF}" dt="2023-09-10T04:49:09.743" v="7480" actId="478"/>
          <ac:picMkLst>
            <pc:docMk/>
            <pc:sldMk cId="3518165027" sldId="256"/>
            <ac:picMk id="1395" creationId="{F672704C-4F31-634B-CD9E-7234681A8BB2}"/>
          </ac:picMkLst>
        </pc:picChg>
        <pc:picChg chg="add del mod">
          <ac:chgData name="Surovi, Agnila Ghosh" userId="55d7b2db-3a0f-421b-b43f-d2cf2b85e4e0" providerId="ADAL" clId="{26400A7F-3D87-4777-99CA-BB8F4654D9CF}" dt="2023-09-10T04:50:26.932" v="7482" actId="478"/>
          <ac:picMkLst>
            <pc:docMk/>
            <pc:sldMk cId="3518165027" sldId="256"/>
            <ac:picMk id="1397" creationId="{C6B6CDE5-1604-9D2C-0273-E0C3F1D4FFB2}"/>
          </ac:picMkLst>
        </pc:picChg>
        <pc:picChg chg="del mod">
          <ac:chgData name="Surovi, Agnila Ghosh" userId="55d7b2db-3a0f-421b-b43f-d2cf2b85e4e0" providerId="ADAL" clId="{26400A7F-3D87-4777-99CA-BB8F4654D9CF}" dt="2023-09-10T14:06:01.175" v="7494" actId="478"/>
          <ac:picMkLst>
            <pc:docMk/>
            <pc:sldMk cId="3518165027" sldId="256"/>
            <ac:picMk id="1399" creationId="{D75E9C8F-6D56-E716-369F-F6A160C78C57}"/>
          </ac:picMkLst>
        </pc:picChg>
        <pc:picChg chg="mod">
          <ac:chgData name="Surovi, Agnila Ghosh" userId="55d7b2db-3a0f-421b-b43f-d2cf2b85e4e0" providerId="ADAL" clId="{26400A7F-3D87-4777-99CA-BB8F4654D9CF}" dt="2023-09-10T14:51:12.414" v="8061" actId="164"/>
          <ac:picMkLst>
            <pc:docMk/>
            <pc:sldMk cId="3518165027" sldId="256"/>
            <ac:picMk id="1402" creationId="{A57A6E83-F75F-FA51-E935-21AF38E05321}"/>
          </ac:picMkLst>
        </pc:picChg>
        <pc:picChg chg="add del mod">
          <ac:chgData name="Surovi, Agnila Ghosh" userId="55d7b2db-3a0f-421b-b43f-d2cf2b85e4e0" providerId="ADAL" clId="{26400A7F-3D87-4777-99CA-BB8F4654D9CF}" dt="2023-09-10T14:09:26.338" v="7500" actId="478"/>
          <ac:picMkLst>
            <pc:docMk/>
            <pc:sldMk cId="3518165027" sldId="256"/>
            <ac:picMk id="1404" creationId="{EC4CE9DB-A486-B905-79AE-039A29453B86}"/>
          </ac:picMkLst>
        </pc:picChg>
        <pc:picChg chg="mod">
          <ac:chgData name="Surovi, Agnila Ghosh" userId="55d7b2db-3a0f-421b-b43f-d2cf2b85e4e0" providerId="ADAL" clId="{26400A7F-3D87-4777-99CA-BB8F4654D9CF}" dt="2023-09-10T14:51:12.414" v="8061" actId="164"/>
          <ac:picMkLst>
            <pc:docMk/>
            <pc:sldMk cId="3518165027" sldId="256"/>
            <ac:picMk id="1406" creationId="{6A74F228-97DF-C6B3-D031-A573FB03B372}"/>
          </ac:picMkLst>
        </pc:picChg>
        <pc:picChg chg="add mod">
          <ac:chgData name="Surovi, Agnila Ghosh" userId="55d7b2db-3a0f-421b-b43f-d2cf2b85e4e0" providerId="ADAL" clId="{26400A7F-3D87-4777-99CA-BB8F4654D9CF}" dt="2023-09-10T14:51:12.414" v="8061" actId="164"/>
          <ac:picMkLst>
            <pc:docMk/>
            <pc:sldMk cId="3518165027" sldId="256"/>
            <ac:picMk id="1408" creationId="{BDB3E373-81C7-1183-41EE-56859E613A62}"/>
          </ac:picMkLst>
        </pc:picChg>
        <pc:picChg chg="del mod">
          <ac:chgData name="Surovi, Agnila Ghosh" userId="55d7b2db-3a0f-421b-b43f-d2cf2b85e4e0" providerId="ADAL" clId="{26400A7F-3D87-4777-99CA-BB8F4654D9CF}" dt="2023-09-10T21:09:01.562" v="8237" actId="478"/>
          <ac:picMkLst>
            <pc:docMk/>
            <pc:sldMk cId="3518165027" sldId="256"/>
            <ac:picMk id="1420" creationId="{41C7B28C-1F94-FC60-9907-1D0952F2B2FD}"/>
          </ac:picMkLst>
        </pc:picChg>
        <pc:picChg chg="del mod">
          <ac:chgData name="Surovi, Agnila Ghosh" userId="55d7b2db-3a0f-421b-b43f-d2cf2b85e4e0" providerId="ADAL" clId="{26400A7F-3D87-4777-99CA-BB8F4654D9CF}" dt="2023-09-10T21:09:54.460" v="8241" actId="478"/>
          <ac:picMkLst>
            <pc:docMk/>
            <pc:sldMk cId="3518165027" sldId="256"/>
            <ac:picMk id="1421" creationId="{488B8703-FB4C-0D0F-A541-4B1F6297245A}"/>
          </ac:picMkLst>
        </pc:picChg>
        <pc:picChg chg="mod">
          <ac:chgData name="Surovi, Agnila Ghosh" userId="55d7b2db-3a0f-421b-b43f-d2cf2b85e4e0" providerId="ADAL" clId="{26400A7F-3D87-4777-99CA-BB8F4654D9CF}" dt="2023-09-10T20:41:43.722" v="8212" actId="164"/>
          <ac:picMkLst>
            <pc:docMk/>
            <pc:sldMk cId="3518165027" sldId="256"/>
            <ac:picMk id="1423" creationId="{E65F8884-427B-8C4C-8EBD-26C9B8070EC7}"/>
          </ac:picMkLst>
        </pc:picChg>
        <pc:picChg chg="mod">
          <ac:chgData name="Surovi, Agnila Ghosh" userId="55d7b2db-3a0f-421b-b43f-d2cf2b85e4e0" providerId="ADAL" clId="{26400A7F-3D87-4777-99CA-BB8F4654D9CF}" dt="2023-09-10T20:41:43.722" v="8212" actId="164"/>
          <ac:picMkLst>
            <pc:docMk/>
            <pc:sldMk cId="3518165027" sldId="256"/>
            <ac:picMk id="1424" creationId="{1B035FA9-DFC0-C78B-8F86-7CBB265806C8}"/>
          </ac:picMkLst>
        </pc:picChg>
        <pc:picChg chg="mod">
          <ac:chgData name="Surovi, Agnila Ghosh" userId="55d7b2db-3a0f-421b-b43f-d2cf2b85e4e0" providerId="ADAL" clId="{26400A7F-3D87-4777-99CA-BB8F4654D9CF}" dt="2023-09-10T20:41:43.722" v="8212" actId="164"/>
          <ac:picMkLst>
            <pc:docMk/>
            <pc:sldMk cId="3518165027" sldId="256"/>
            <ac:picMk id="1426" creationId="{B11E4A68-C2C9-FCB8-DEE2-A5F012946FAC}"/>
          </ac:picMkLst>
        </pc:picChg>
        <pc:picChg chg="mod">
          <ac:chgData name="Surovi, Agnila Ghosh" userId="55d7b2db-3a0f-421b-b43f-d2cf2b85e4e0" providerId="ADAL" clId="{26400A7F-3D87-4777-99CA-BB8F4654D9CF}" dt="2023-09-10T20:41:43.722" v="8212" actId="164"/>
          <ac:picMkLst>
            <pc:docMk/>
            <pc:sldMk cId="3518165027" sldId="256"/>
            <ac:picMk id="1427" creationId="{9A22D6ED-4EF7-0503-F5AE-D034BE702059}"/>
          </ac:picMkLst>
        </pc:picChg>
        <pc:picChg chg="mod">
          <ac:chgData name="Surovi, Agnila Ghosh" userId="55d7b2db-3a0f-421b-b43f-d2cf2b85e4e0" providerId="ADAL" clId="{26400A7F-3D87-4777-99CA-BB8F4654D9CF}" dt="2023-09-10T21:41:58.062" v="8309" actId="164"/>
          <ac:picMkLst>
            <pc:docMk/>
            <pc:sldMk cId="3518165027" sldId="256"/>
            <ac:picMk id="1439" creationId="{BD893FDE-1680-5074-D0E1-2A886511F6B9}"/>
          </ac:picMkLst>
        </pc:picChg>
        <pc:picChg chg="mod">
          <ac:chgData name="Surovi, Agnila Ghosh" userId="55d7b2db-3a0f-421b-b43f-d2cf2b85e4e0" providerId="ADAL" clId="{26400A7F-3D87-4777-99CA-BB8F4654D9CF}" dt="2023-09-10T21:41:58.062" v="8309" actId="164"/>
          <ac:picMkLst>
            <pc:docMk/>
            <pc:sldMk cId="3518165027" sldId="256"/>
            <ac:picMk id="1440" creationId="{766F1B74-E77F-FD12-4B5D-C0B3FDB53AA8}"/>
          </ac:picMkLst>
        </pc:picChg>
        <pc:picChg chg="del mod">
          <ac:chgData name="Surovi, Agnila Ghosh" userId="55d7b2db-3a0f-421b-b43f-d2cf2b85e4e0" providerId="ADAL" clId="{26400A7F-3D87-4777-99CA-BB8F4654D9CF}" dt="2023-09-10T22:23:10.677" v="8333" actId="478"/>
          <ac:picMkLst>
            <pc:docMk/>
            <pc:sldMk cId="3518165027" sldId="256"/>
            <ac:picMk id="1442" creationId="{9ABDC1C4-52E9-7A1F-FDD8-A32F1C62D785}"/>
          </ac:picMkLst>
        </pc:picChg>
        <pc:picChg chg="del mod">
          <ac:chgData name="Surovi, Agnila Ghosh" userId="55d7b2db-3a0f-421b-b43f-d2cf2b85e4e0" providerId="ADAL" clId="{26400A7F-3D87-4777-99CA-BB8F4654D9CF}" dt="2023-09-10T22:24:52.284" v="8344" actId="478"/>
          <ac:picMkLst>
            <pc:docMk/>
            <pc:sldMk cId="3518165027" sldId="256"/>
            <ac:picMk id="1444" creationId="{A405617B-7767-7F83-7C90-2C34B15306A8}"/>
          </ac:picMkLst>
        </pc:picChg>
        <pc:picChg chg="del mod">
          <ac:chgData name="Surovi, Agnila Ghosh" userId="55d7b2db-3a0f-421b-b43f-d2cf2b85e4e0" providerId="ADAL" clId="{26400A7F-3D87-4777-99CA-BB8F4654D9CF}" dt="2023-09-10T22:24:56.695" v="8346" actId="478"/>
          <ac:picMkLst>
            <pc:docMk/>
            <pc:sldMk cId="3518165027" sldId="256"/>
            <ac:picMk id="1445" creationId="{36B04C3A-C0C0-1505-601F-DEE67860EEA6}"/>
          </ac:picMkLst>
        </pc:picChg>
        <pc:picChg chg="del mod">
          <ac:chgData name="Surovi, Agnila Ghosh" userId="55d7b2db-3a0f-421b-b43f-d2cf2b85e4e0" providerId="ADAL" clId="{26400A7F-3D87-4777-99CA-BB8F4654D9CF}" dt="2023-09-10T22:24:55.785" v="8345" actId="478"/>
          <ac:picMkLst>
            <pc:docMk/>
            <pc:sldMk cId="3518165027" sldId="256"/>
            <ac:picMk id="1446" creationId="{9DD824AE-A115-64BA-8CAA-14600889BF5C}"/>
          </ac:picMkLst>
        </pc:picChg>
        <pc:picChg chg="del mod">
          <ac:chgData name="Surovi, Agnila Ghosh" userId="55d7b2db-3a0f-421b-b43f-d2cf2b85e4e0" providerId="ADAL" clId="{26400A7F-3D87-4777-99CA-BB8F4654D9CF}" dt="2023-09-10T22:26:49.045" v="8355" actId="478"/>
          <ac:picMkLst>
            <pc:docMk/>
            <pc:sldMk cId="3518165027" sldId="256"/>
            <ac:picMk id="1447" creationId="{9E32B821-AF56-A7B3-C835-0409A2AB0E65}"/>
          </ac:picMkLst>
        </pc:picChg>
        <pc:picChg chg="del mod">
          <ac:chgData name="Surovi, Agnila Ghosh" userId="55d7b2db-3a0f-421b-b43f-d2cf2b85e4e0" providerId="ADAL" clId="{26400A7F-3D87-4777-99CA-BB8F4654D9CF}" dt="2023-09-10T22:26:52.636" v="8356" actId="478"/>
          <ac:picMkLst>
            <pc:docMk/>
            <pc:sldMk cId="3518165027" sldId="256"/>
            <ac:picMk id="1448" creationId="{314726A6-B2E8-4FA6-6285-999A9B6F8995}"/>
          </ac:picMkLst>
        </pc:picChg>
        <pc:picChg chg="mod">
          <ac:chgData name="Surovi, Agnila Ghosh" userId="55d7b2db-3a0f-421b-b43f-d2cf2b85e4e0" providerId="ADAL" clId="{26400A7F-3D87-4777-99CA-BB8F4654D9CF}" dt="2023-09-10T22:30:44.293" v="8366" actId="1076"/>
          <ac:picMkLst>
            <pc:docMk/>
            <pc:sldMk cId="3518165027" sldId="256"/>
            <ac:picMk id="1449" creationId="{975FE08A-7F8D-DC39-8DC0-E3694EC7A569}"/>
          </ac:picMkLst>
        </pc:picChg>
        <pc:picChg chg="mod">
          <ac:chgData name="Surovi, Agnila Ghosh" userId="55d7b2db-3a0f-421b-b43f-d2cf2b85e4e0" providerId="ADAL" clId="{26400A7F-3D87-4777-99CA-BB8F4654D9CF}" dt="2023-09-10T22:30:35.463" v="8365" actId="1076"/>
          <ac:picMkLst>
            <pc:docMk/>
            <pc:sldMk cId="3518165027" sldId="256"/>
            <ac:picMk id="1450" creationId="{3809F356-38BD-A145-2E2C-08F442634BAC}"/>
          </ac:picMkLst>
        </pc:picChg>
        <pc:picChg chg="mod">
          <ac:chgData name="Surovi, Agnila Ghosh" userId="55d7b2db-3a0f-421b-b43f-d2cf2b85e4e0" providerId="ADAL" clId="{26400A7F-3D87-4777-99CA-BB8F4654D9CF}" dt="2023-09-10T22:31:18.630" v="8379" actId="1036"/>
          <ac:picMkLst>
            <pc:docMk/>
            <pc:sldMk cId="3518165027" sldId="256"/>
            <ac:picMk id="1451" creationId="{4F9043CC-4192-CE34-8C33-325BA3B0B832}"/>
          </ac:picMkLst>
        </pc:picChg>
        <pc:picChg chg="del mod modCrop">
          <ac:chgData name="Surovi, Agnila Ghosh" userId="55d7b2db-3a0f-421b-b43f-d2cf2b85e4e0" providerId="ADAL" clId="{26400A7F-3D87-4777-99CA-BB8F4654D9CF}" dt="2023-09-10T22:37:01.022" v="8449" actId="478"/>
          <ac:picMkLst>
            <pc:docMk/>
            <pc:sldMk cId="3518165027" sldId="256"/>
            <ac:picMk id="1459" creationId="{55C246B2-8D38-620F-5075-22A1FD3C891E}"/>
          </ac:picMkLst>
        </pc:picChg>
        <pc:picChg chg="mod">
          <ac:chgData name="Surovi, Agnila Ghosh" userId="55d7b2db-3a0f-421b-b43f-d2cf2b85e4e0" providerId="ADAL" clId="{26400A7F-3D87-4777-99CA-BB8F4654D9CF}" dt="2023-09-10T22:37:26.727" v="8452" actId="1076"/>
          <ac:picMkLst>
            <pc:docMk/>
            <pc:sldMk cId="3518165027" sldId="256"/>
            <ac:picMk id="1460" creationId="{E22986C8-EADE-195B-799D-BA43FE7306EE}"/>
          </ac:picMkLst>
        </pc:picChg>
        <pc:picChg chg="mod">
          <ac:chgData name="Surovi, Agnila Ghosh" userId="55d7b2db-3a0f-421b-b43f-d2cf2b85e4e0" providerId="ADAL" clId="{26400A7F-3D87-4777-99CA-BB8F4654D9CF}" dt="2023-09-10T23:32:06.202" v="8751" actId="1076"/>
          <ac:picMkLst>
            <pc:docMk/>
            <pc:sldMk cId="3518165027" sldId="256"/>
            <ac:picMk id="1465" creationId="{56E4AF52-0CEB-8125-AF33-D32976DC6A60}"/>
          </ac:picMkLst>
        </pc:picChg>
        <pc:picChg chg="mod">
          <ac:chgData name="Surovi, Agnila Ghosh" userId="55d7b2db-3a0f-421b-b43f-d2cf2b85e4e0" providerId="ADAL" clId="{26400A7F-3D87-4777-99CA-BB8F4654D9CF}" dt="2023-09-10T23:20:14.993" v="8485" actId="1076"/>
          <ac:picMkLst>
            <pc:docMk/>
            <pc:sldMk cId="3518165027" sldId="256"/>
            <ac:picMk id="1466" creationId="{7982CFDD-3E12-42E0-B470-FD2C24DC71B5}"/>
          </ac:picMkLst>
        </pc:picChg>
        <pc:picChg chg="mod">
          <ac:chgData name="Surovi, Agnila Ghosh" userId="55d7b2db-3a0f-421b-b43f-d2cf2b85e4e0" providerId="ADAL" clId="{26400A7F-3D87-4777-99CA-BB8F4654D9CF}" dt="2023-09-10T23:19:56.403" v="8483" actId="1076"/>
          <ac:picMkLst>
            <pc:docMk/>
            <pc:sldMk cId="3518165027" sldId="256"/>
            <ac:picMk id="1468" creationId="{BEFB8997-02A8-C99C-3365-06DA939CE01E}"/>
          </ac:picMkLst>
        </pc:picChg>
        <pc:picChg chg="mod">
          <ac:chgData name="Surovi, Agnila Ghosh" userId="55d7b2db-3a0f-421b-b43f-d2cf2b85e4e0" providerId="ADAL" clId="{26400A7F-3D87-4777-99CA-BB8F4654D9CF}" dt="2023-09-10T23:20:04.178" v="8484" actId="1076"/>
          <ac:picMkLst>
            <pc:docMk/>
            <pc:sldMk cId="3518165027" sldId="256"/>
            <ac:picMk id="1470" creationId="{F87DF4DE-FAC8-9A5A-51E2-C7E1D6417A6B}"/>
          </ac:picMkLst>
        </pc:picChg>
        <pc:cxnChg chg="add mod ord topLvl">
          <ac:chgData name="Surovi, Agnila Ghosh" userId="55d7b2db-3a0f-421b-b43f-d2cf2b85e4e0" providerId="ADAL" clId="{26400A7F-3D87-4777-99CA-BB8F4654D9CF}" dt="2023-09-10T02:28:41.233" v="6783" actId="1582"/>
          <ac:cxnSpMkLst>
            <pc:docMk/>
            <pc:sldMk cId="3518165027" sldId="256"/>
            <ac:cxnSpMk id="36" creationId="{88CCB255-B0CD-1BA7-792F-88F4CD3A074F}"/>
          </ac:cxnSpMkLst>
        </pc:cxnChg>
        <pc:cxnChg chg="mod">
          <ac:chgData name="Surovi, Agnila Ghosh" userId="55d7b2db-3a0f-421b-b43f-d2cf2b85e4e0" providerId="ADAL" clId="{26400A7F-3D87-4777-99CA-BB8F4654D9CF}" dt="2023-09-09T18:13:03.003" v="3166" actId="14100"/>
          <ac:cxnSpMkLst>
            <pc:docMk/>
            <pc:sldMk cId="3518165027" sldId="256"/>
            <ac:cxnSpMk id="42" creationId="{E4E8C486-D731-0B0F-4125-63B71973E326}"/>
          </ac:cxnSpMkLst>
        </pc:cxnChg>
        <pc:cxnChg chg="del mod topLvl">
          <ac:chgData name="Surovi, Agnila Ghosh" userId="55d7b2db-3a0f-421b-b43f-d2cf2b85e4e0" providerId="ADAL" clId="{26400A7F-3D87-4777-99CA-BB8F4654D9CF}" dt="2023-09-09T18:15:39.077" v="3191" actId="478"/>
          <ac:cxnSpMkLst>
            <pc:docMk/>
            <pc:sldMk cId="3518165027" sldId="256"/>
            <ac:cxnSpMk id="49" creationId="{51F6954B-1C08-392B-7F20-651B81E8E05F}"/>
          </ac:cxnSpMkLst>
        </pc:cxnChg>
        <pc:cxnChg chg="add mod ord topLvl">
          <ac:chgData name="Surovi, Agnila Ghosh" userId="55d7b2db-3a0f-421b-b43f-d2cf2b85e4e0" providerId="ADAL" clId="{26400A7F-3D87-4777-99CA-BB8F4654D9CF}" dt="2023-09-10T02:28:48.077" v="6784" actId="1582"/>
          <ac:cxnSpMkLst>
            <pc:docMk/>
            <pc:sldMk cId="3518165027" sldId="256"/>
            <ac:cxnSpMk id="52" creationId="{C03B89A9-60D8-ABD5-9A09-196722EBB00E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05" creationId="{EE6F62B9-D3D1-9633-ABA8-E6367D7E201F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11" creationId="{6F62723A-8092-F347-C289-ABC1C1B600E4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22" creationId="{B4CD1354-85DA-F327-AF72-035CA4A4AC85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32" creationId="{32880044-F1AF-4425-9A0D-7A459C900186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34" creationId="{17B474A0-0517-3F4B-8322-984DB9ACB887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35" creationId="{8B8C2215-8CD1-A8B2-D728-B68DBB1B519B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36" creationId="{BABBAB5A-600C-64BE-A93F-1B46724E5B5E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237" creationId="{B2DE9AB3-05BA-CDA3-BFEE-692A18D38D1A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2" creationId="{4B4E8389-DAFB-8248-4D3F-C8B17936488E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3" creationId="{81311D07-9860-86B7-9171-8FAD2CF958DB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4" creationId="{2D3A4E97-9715-81F0-1E92-B254A53FA90E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5" creationId="{D49537A7-C136-2CB1-173C-FE08A43D6F8B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6" creationId="{3B16D27C-3DD3-6D43-DD24-527BEBD7D6B9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7" creationId="{A72B3381-5582-1ED9-BD52-C272598C80C9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8" creationId="{28651CB5-84A4-BE6E-0A2C-199CA9DDFC04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49" creationId="{8BECFBBC-6685-E914-6395-CE241672AE72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50" creationId="{1C9CF7C8-0D14-B257-EADA-0C015077197F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52" creationId="{AC9272A5-8E68-A477-11B3-B3E7E3869DFF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53" creationId="{1005BB62-E029-8971-2438-6A33EB33AFD0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54" creationId="{72F40171-D31B-FA23-1902-4C8C87C3DACD}"/>
          </ac:cxnSpMkLst>
        </pc:cxnChg>
        <pc:cxnChg chg="mod">
          <ac:chgData name="Surovi, Agnila Ghosh" userId="55d7b2db-3a0f-421b-b43f-d2cf2b85e4e0" providerId="ADAL" clId="{26400A7F-3D87-4777-99CA-BB8F4654D9CF}" dt="2023-09-09T22:01:24.916" v="4873"/>
          <ac:cxnSpMkLst>
            <pc:docMk/>
            <pc:sldMk cId="3518165027" sldId="256"/>
            <ac:cxnSpMk id="255" creationId="{3573EA6E-2679-B3E6-4FAC-FC988B3B2281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30" creationId="{ABCA9159-BD85-2DED-96D2-BDA09A05E68D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32" creationId="{BA59CB26-8F3A-4E51-B0F6-1C6A166D2B4B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34" creationId="{F3BD691A-148D-3B82-3934-FB96C32B175C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36" creationId="{10692A8A-60CA-C401-A0A6-0CA5309928C8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40" creationId="{EC219B28-81CD-4CEF-B2E8-2F940B190F71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75" creationId="{14344D78-B11D-6D9C-5282-93F69B6217AA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76" creationId="{6E5A56F6-B738-B7AF-FA4D-AFC62C648620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78" creationId="{13D0583C-8D62-3C0D-BF93-41FF296D89FE}"/>
          </ac:cxnSpMkLst>
        </pc:cxnChg>
        <pc:cxnChg chg="mod">
          <ac:chgData name="Surovi, Agnila Ghosh" userId="55d7b2db-3a0f-421b-b43f-d2cf2b85e4e0" providerId="ADAL" clId="{26400A7F-3D87-4777-99CA-BB8F4654D9CF}" dt="2023-09-09T21:57:04.365" v="4867"/>
          <ac:cxnSpMkLst>
            <pc:docMk/>
            <pc:sldMk cId="3518165027" sldId="256"/>
            <ac:cxnSpMk id="1079" creationId="{196FF246-C281-2008-CD4C-DA0B81FC35D0}"/>
          </ac:cxnSpMkLst>
        </pc:cxnChg>
        <pc:cxnChg chg="add mod">
          <ac:chgData name="Surovi, Agnila Ghosh" userId="55d7b2db-3a0f-421b-b43f-d2cf2b85e4e0" providerId="ADAL" clId="{26400A7F-3D87-4777-99CA-BB8F4654D9CF}" dt="2023-09-10T02:13:29.454" v="6754" actId="1582"/>
          <ac:cxnSpMkLst>
            <pc:docMk/>
            <pc:sldMk cId="3518165027" sldId="256"/>
            <ac:cxnSpMk id="1294" creationId="{E869240B-0E69-680B-D0B1-5F462B29A91B}"/>
          </ac:cxnSpMkLst>
        </pc:cxnChg>
        <pc:cxnChg chg="add mod">
          <ac:chgData name="Surovi, Agnila Ghosh" userId="55d7b2db-3a0f-421b-b43f-d2cf2b85e4e0" providerId="ADAL" clId="{26400A7F-3D87-4777-99CA-BB8F4654D9CF}" dt="2023-09-10T02:13:31.063" v="6755" actId="1582"/>
          <ac:cxnSpMkLst>
            <pc:docMk/>
            <pc:sldMk cId="3518165027" sldId="256"/>
            <ac:cxnSpMk id="1295" creationId="{7F131D4A-5D8A-598C-7293-D2B26863FCE3}"/>
          </ac:cxnSpMkLst>
        </pc:cxnChg>
        <pc:cxnChg chg="mod">
          <ac:chgData name="Surovi, Agnila Ghosh" userId="55d7b2db-3a0f-421b-b43f-d2cf2b85e4e0" providerId="ADAL" clId="{26400A7F-3D87-4777-99CA-BB8F4654D9CF}" dt="2023-09-10T03:51:01.223" v="6807" actId="1582"/>
          <ac:cxnSpMkLst>
            <pc:docMk/>
            <pc:sldMk cId="3518165027" sldId="256"/>
            <ac:cxnSpMk id="1335" creationId="{B45D242C-941B-3685-D6C0-88AEDEAE7891}"/>
          </ac:cxnSpMkLst>
        </pc:cxnChg>
        <pc:cxnChg chg="mod">
          <ac:chgData name="Surovi, Agnila Ghosh" userId="55d7b2db-3a0f-421b-b43f-d2cf2b85e4e0" providerId="ADAL" clId="{26400A7F-3D87-4777-99CA-BB8F4654D9CF}" dt="2023-09-10T03:51:01.223" v="6807" actId="1582"/>
          <ac:cxnSpMkLst>
            <pc:docMk/>
            <pc:sldMk cId="3518165027" sldId="256"/>
            <ac:cxnSpMk id="1336" creationId="{50C919EA-F8F4-3BA4-851C-D9A285AF9900}"/>
          </ac:cxnSpMkLst>
        </pc:cxnChg>
        <pc:cxnChg chg="mod">
          <ac:chgData name="Surovi, Agnila Ghosh" userId="55d7b2db-3a0f-421b-b43f-d2cf2b85e4e0" providerId="ADAL" clId="{26400A7F-3D87-4777-99CA-BB8F4654D9CF}" dt="2023-09-10T03:51:01.223" v="6807" actId="1582"/>
          <ac:cxnSpMkLst>
            <pc:docMk/>
            <pc:sldMk cId="3518165027" sldId="256"/>
            <ac:cxnSpMk id="1337" creationId="{E601AF9E-F8BC-50B1-615B-BA636B9D11B3}"/>
          </ac:cxnSpMkLst>
        </pc:cxnChg>
        <pc:cxnChg chg="mod">
          <ac:chgData name="Surovi, Agnila Ghosh" userId="55d7b2db-3a0f-421b-b43f-d2cf2b85e4e0" providerId="ADAL" clId="{26400A7F-3D87-4777-99CA-BB8F4654D9CF}" dt="2023-09-10T03:51:01.223" v="6807" actId="1582"/>
          <ac:cxnSpMkLst>
            <pc:docMk/>
            <pc:sldMk cId="3518165027" sldId="256"/>
            <ac:cxnSpMk id="1338" creationId="{B1194545-C0CB-78B7-2ABA-9BA54D9923E2}"/>
          </ac:cxnSpMkLst>
        </pc:cxnChg>
        <pc:cxnChg chg="add mod">
          <ac:chgData name="Surovi, Agnila Ghosh" userId="55d7b2db-3a0f-421b-b43f-d2cf2b85e4e0" providerId="ADAL" clId="{26400A7F-3D87-4777-99CA-BB8F4654D9CF}" dt="2023-09-10T04:20:39.491" v="7163" actId="1076"/>
          <ac:cxnSpMkLst>
            <pc:docMk/>
            <pc:sldMk cId="3518165027" sldId="256"/>
            <ac:cxnSpMk id="1344" creationId="{1C7007B5-8AFC-E836-F68E-C898E80C9396}"/>
          </ac:cxnSpMkLst>
        </pc:cxnChg>
        <pc:cxnChg chg="add del mod">
          <ac:chgData name="Surovi, Agnila Ghosh" userId="55d7b2db-3a0f-421b-b43f-d2cf2b85e4e0" providerId="ADAL" clId="{26400A7F-3D87-4777-99CA-BB8F4654D9CF}" dt="2023-09-10T04:17:39.528" v="7129" actId="478"/>
          <ac:cxnSpMkLst>
            <pc:docMk/>
            <pc:sldMk cId="3518165027" sldId="256"/>
            <ac:cxnSpMk id="1347" creationId="{C01207D6-342B-68E9-FA1C-062E6578234C}"/>
          </ac:cxnSpMkLst>
        </pc:cxnChg>
        <pc:cxnChg chg="add del mod">
          <ac:chgData name="Surovi, Agnila Ghosh" userId="55d7b2db-3a0f-421b-b43f-d2cf2b85e4e0" providerId="ADAL" clId="{26400A7F-3D87-4777-99CA-BB8F4654D9CF}" dt="2023-09-10T04:19:26.646" v="7147" actId="478"/>
          <ac:cxnSpMkLst>
            <pc:docMk/>
            <pc:sldMk cId="3518165027" sldId="256"/>
            <ac:cxnSpMk id="1350" creationId="{227B750D-A723-A91F-B990-2605A02C9D73}"/>
          </ac:cxnSpMkLst>
        </pc:cxnChg>
        <pc:cxnChg chg="add del mod">
          <ac:chgData name="Surovi, Agnila Ghosh" userId="55d7b2db-3a0f-421b-b43f-d2cf2b85e4e0" providerId="ADAL" clId="{26400A7F-3D87-4777-99CA-BB8F4654D9CF}" dt="2023-09-10T04:21:00.746" v="7167" actId="478"/>
          <ac:cxnSpMkLst>
            <pc:docMk/>
            <pc:sldMk cId="3518165027" sldId="256"/>
            <ac:cxnSpMk id="1351" creationId="{DFE2D8E6-034B-23EA-E8CB-DD02455B7E80}"/>
          </ac:cxnSpMkLst>
        </pc:cxnChg>
        <pc:cxnChg chg="add del mod">
          <ac:chgData name="Surovi, Agnila Ghosh" userId="55d7b2db-3a0f-421b-b43f-d2cf2b85e4e0" providerId="ADAL" clId="{26400A7F-3D87-4777-99CA-BB8F4654D9CF}" dt="2023-09-10T04:21:10.635" v="7171" actId="478"/>
          <ac:cxnSpMkLst>
            <pc:docMk/>
            <pc:sldMk cId="3518165027" sldId="256"/>
            <ac:cxnSpMk id="1353" creationId="{98E98DEF-B1F3-950E-0425-B6ED594CD7CD}"/>
          </ac:cxnSpMkLst>
        </pc:cxnChg>
        <pc:cxnChg chg="add del mod">
          <ac:chgData name="Surovi, Agnila Ghosh" userId="55d7b2db-3a0f-421b-b43f-d2cf2b85e4e0" providerId="ADAL" clId="{26400A7F-3D87-4777-99CA-BB8F4654D9CF}" dt="2023-09-10T04:21:37.859" v="7178" actId="478"/>
          <ac:cxnSpMkLst>
            <pc:docMk/>
            <pc:sldMk cId="3518165027" sldId="256"/>
            <ac:cxnSpMk id="1355" creationId="{3E96BC9E-A713-3150-967B-69C3ED1BD92B}"/>
          </ac:cxnSpMkLst>
        </pc:cxnChg>
        <pc:cxnChg chg="add del mod">
          <ac:chgData name="Surovi, Agnila Ghosh" userId="55d7b2db-3a0f-421b-b43f-d2cf2b85e4e0" providerId="ADAL" clId="{26400A7F-3D87-4777-99CA-BB8F4654D9CF}" dt="2023-09-10T04:22:46.073" v="7187" actId="478"/>
          <ac:cxnSpMkLst>
            <pc:docMk/>
            <pc:sldMk cId="3518165027" sldId="256"/>
            <ac:cxnSpMk id="1357" creationId="{AEB55AED-277B-76A5-0EAA-013B55F04951}"/>
          </ac:cxnSpMkLst>
        </pc:cxnChg>
        <pc:cxnChg chg="add mod">
          <ac:chgData name="Surovi, Agnila Ghosh" userId="55d7b2db-3a0f-421b-b43f-d2cf2b85e4e0" providerId="ADAL" clId="{26400A7F-3D87-4777-99CA-BB8F4654D9CF}" dt="2023-09-10T04:18:08.916" v="7135" actId="1076"/>
          <ac:cxnSpMkLst>
            <pc:docMk/>
            <pc:sldMk cId="3518165027" sldId="256"/>
            <ac:cxnSpMk id="1363" creationId="{F751B21F-0601-790F-9019-C2317FC0AAFE}"/>
          </ac:cxnSpMkLst>
        </pc:cxnChg>
        <pc:cxnChg chg="add mod">
          <ac:chgData name="Surovi, Agnila Ghosh" userId="55d7b2db-3a0f-421b-b43f-d2cf2b85e4e0" providerId="ADAL" clId="{26400A7F-3D87-4777-99CA-BB8F4654D9CF}" dt="2023-09-10T04:19:38.084" v="7149" actId="1076"/>
          <ac:cxnSpMkLst>
            <pc:docMk/>
            <pc:sldMk cId="3518165027" sldId="256"/>
            <ac:cxnSpMk id="1369" creationId="{B25611B2-47DD-5044-9A45-1573A2AAF06D}"/>
          </ac:cxnSpMkLst>
        </pc:cxnChg>
        <pc:cxnChg chg="add mod">
          <ac:chgData name="Surovi, Agnila Ghosh" userId="55d7b2db-3a0f-421b-b43f-d2cf2b85e4e0" providerId="ADAL" clId="{26400A7F-3D87-4777-99CA-BB8F4654D9CF}" dt="2023-09-10T04:20:50.892" v="7165" actId="1076"/>
          <ac:cxnSpMkLst>
            <pc:docMk/>
            <pc:sldMk cId="3518165027" sldId="256"/>
            <ac:cxnSpMk id="1376" creationId="{61ADB693-7FF9-40FA-41E2-FEBCF9C9E4C4}"/>
          </ac:cxnSpMkLst>
        </pc:cxnChg>
        <pc:cxnChg chg="add mod">
          <ac:chgData name="Surovi, Agnila Ghosh" userId="55d7b2db-3a0f-421b-b43f-d2cf2b85e4e0" providerId="ADAL" clId="{26400A7F-3D87-4777-99CA-BB8F4654D9CF}" dt="2023-09-10T04:21:20.956" v="7173" actId="1076"/>
          <ac:cxnSpMkLst>
            <pc:docMk/>
            <pc:sldMk cId="3518165027" sldId="256"/>
            <ac:cxnSpMk id="1377" creationId="{F61CFEF0-E235-E257-4D7D-0DE8D2458E09}"/>
          </ac:cxnSpMkLst>
        </pc:cxnChg>
        <pc:cxnChg chg="add mod">
          <ac:chgData name="Surovi, Agnila Ghosh" userId="55d7b2db-3a0f-421b-b43f-d2cf2b85e4e0" providerId="ADAL" clId="{26400A7F-3D87-4777-99CA-BB8F4654D9CF}" dt="2023-09-10T04:21:51.644" v="7180" actId="1076"/>
          <ac:cxnSpMkLst>
            <pc:docMk/>
            <pc:sldMk cId="3518165027" sldId="256"/>
            <ac:cxnSpMk id="1378" creationId="{FB6B7794-5438-1290-B907-6A402FF4395D}"/>
          </ac:cxnSpMkLst>
        </pc:cxnChg>
        <pc:cxnChg chg="add mod">
          <ac:chgData name="Surovi, Agnila Ghosh" userId="55d7b2db-3a0f-421b-b43f-d2cf2b85e4e0" providerId="ADAL" clId="{26400A7F-3D87-4777-99CA-BB8F4654D9CF}" dt="2023-09-10T04:22:55.130" v="7189" actId="1076"/>
          <ac:cxnSpMkLst>
            <pc:docMk/>
            <pc:sldMk cId="3518165027" sldId="256"/>
            <ac:cxnSpMk id="1379" creationId="{ACA12F4C-2100-6A4A-3682-F084CD807177}"/>
          </ac:cxnSpMkLst>
        </pc:cxnChg>
        <pc:cxnChg chg="add mod">
          <ac:chgData name="Surovi, Agnila Ghosh" userId="55d7b2db-3a0f-421b-b43f-d2cf2b85e4e0" providerId="ADAL" clId="{26400A7F-3D87-4777-99CA-BB8F4654D9CF}" dt="2023-09-10T04:24:44.245" v="7221" actId="1582"/>
          <ac:cxnSpMkLst>
            <pc:docMk/>
            <pc:sldMk cId="3518165027" sldId="256"/>
            <ac:cxnSpMk id="1382" creationId="{C3BC371D-875A-955C-8BDE-09E2B1FA6DC4}"/>
          </ac:cxnSpMkLst>
        </pc:cxnChg>
        <pc:cxnChg chg="add mod">
          <ac:chgData name="Surovi, Agnila Ghosh" userId="55d7b2db-3a0f-421b-b43f-d2cf2b85e4e0" providerId="ADAL" clId="{26400A7F-3D87-4777-99CA-BB8F4654D9CF}" dt="2023-09-10T04:25:17.339" v="7225" actId="1582"/>
          <ac:cxnSpMkLst>
            <pc:docMk/>
            <pc:sldMk cId="3518165027" sldId="256"/>
            <ac:cxnSpMk id="1384" creationId="{CF496E2A-BDD0-0E74-D650-5D4161CA83B5}"/>
          </ac:cxnSpMkLst>
        </pc:cxnChg>
        <pc:cxnChg chg="add mod">
          <ac:chgData name="Surovi, Agnila Ghosh" userId="55d7b2db-3a0f-421b-b43f-d2cf2b85e4e0" providerId="ADAL" clId="{26400A7F-3D87-4777-99CA-BB8F4654D9CF}" dt="2023-09-10T04:25:57.010" v="7229" actId="692"/>
          <ac:cxnSpMkLst>
            <pc:docMk/>
            <pc:sldMk cId="3518165027" sldId="256"/>
            <ac:cxnSpMk id="1386" creationId="{82715725-48A0-C4A4-867C-63E5FF865C30}"/>
          </ac:cxnSpMkLst>
        </pc:cxnChg>
        <pc:cxnChg chg="add mod">
          <ac:chgData name="Surovi, Agnila Ghosh" userId="55d7b2db-3a0f-421b-b43f-d2cf2b85e4e0" providerId="ADAL" clId="{26400A7F-3D87-4777-99CA-BB8F4654D9CF}" dt="2023-09-10T23:33:34.731" v="8762" actId="1582"/>
          <ac:cxnSpMkLst>
            <pc:docMk/>
            <pc:sldMk cId="3518165027" sldId="256"/>
            <ac:cxnSpMk id="1431" creationId="{BBC20602-2A35-41F9-FDDB-D3897D0F9D71}"/>
          </ac:cxnSpMkLst>
        </pc:cxnChg>
        <pc:cxnChg chg="mod">
          <ac:chgData name="Surovi, Agnila Ghosh" userId="55d7b2db-3a0f-421b-b43f-d2cf2b85e4e0" providerId="ADAL" clId="{26400A7F-3D87-4777-99CA-BB8F4654D9CF}" dt="2023-09-10T20:44:51.818" v="8234"/>
          <ac:cxnSpMkLst>
            <pc:docMk/>
            <pc:sldMk cId="3518165027" sldId="256"/>
            <ac:cxnSpMk id="1437" creationId="{856FB527-ACFA-6C1D-7B9E-3B17A97F2512}"/>
          </ac:cxnSpMkLst>
        </pc:cxnChg>
        <pc:cxnChg chg="add del mod">
          <ac:chgData name="Surovi, Agnila Ghosh" userId="55d7b2db-3a0f-421b-b43f-d2cf2b85e4e0" providerId="ADAL" clId="{26400A7F-3D87-4777-99CA-BB8F4654D9CF}" dt="2023-09-10T22:37:02.872" v="8450" actId="478"/>
          <ac:cxnSpMkLst>
            <pc:docMk/>
            <pc:sldMk cId="3518165027" sldId="256"/>
            <ac:cxnSpMk id="1458" creationId="{DB8B2048-DC60-249B-DC9A-EAD900FE7A31}"/>
          </ac:cxnSpMkLst>
        </pc:cxnChg>
        <pc:cxnChg chg="add mod">
          <ac:chgData name="Surovi, Agnila Ghosh" userId="55d7b2db-3a0f-421b-b43f-d2cf2b85e4e0" providerId="ADAL" clId="{26400A7F-3D87-4777-99CA-BB8F4654D9CF}" dt="2023-09-10T22:38:08.040" v="8456" actId="14100"/>
          <ac:cxnSpMkLst>
            <pc:docMk/>
            <pc:sldMk cId="3518165027" sldId="256"/>
            <ac:cxnSpMk id="1462" creationId="{6E1E589C-47D6-4CE6-817A-BB41868251DD}"/>
          </ac:cxnSpMkLst>
        </pc:cxnChg>
      </pc:sldChg>
    </pc:docChg>
  </pc:docChgLst>
  <pc:docChgLst>
    <pc:chgData name="Agnila Surovi" userId="55d7b2db-3a0f-421b-b43f-d2cf2b85e4e0" providerId="ADAL" clId="{ADAD171B-E9FF-4582-94AF-228D27F5A205}"/>
    <pc:docChg chg="undo redo modSld">
      <pc:chgData name="Agnila Surovi" userId="55d7b2db-3a0f-421b-b43f-d2cf2b85e4e0" providerId="ADAL" clId="{ADAD171B-E9FF-4582-94AF-228D27F5A205}" dt="2023-09-13T21:36:59.749" v="96" actId="14100"/>
      <pc:docMkLst>
        <pc:docMk/>
      </pc:docMkLst>
      <pc:sldChg chg="addSp delSp modSp">
        <pc:chgData name="Agnila Surovi" userId="55d7b2db-3a0f-421b-b43f-d2cf2b85e4e0" providerId="ADAL" clId="{ADAD171B-E9FF-4582-94AF-228D27F5A205}" dt="2023-09-13T21:36:59.749" v="96" actId="14100"/>
        <pc:sldMkLst>
          <pc:docMk/>
          <pc:sldMk cId="3518165027" sldId="256"/>
        </pc:sldMkLst>
        <pc:spChg chg="add del">
          <ac:chgData name="Agnila Surovi" userId="55d7b2db-3a0f-421b-b43f-d2cf2b85e4e0" providerId="ADAL" clId="{ADAD171B-E9FF-4582-94AF-228D27F5A205}" dt="2023-09-13T21:27:28.033" v="57"/>
          <ac:spMkLst>
            <pc:docMk/>
            <pc:sldMk cId="3518165027" sldId="256"/>
            <ac:spMk id="5" creationId="{34EE5AB0-8FD9-4EC2-896E-39839DAD4560}"/>
          </ac:spMkLst>
        </pc:spChg>
        <pc:spChg chg="mod">
          <ac:chgData name="Agnila Surovi" userId="55d7b2db-3a0f-421b-b43f-d2cf2b85e4e0" providerId="ADAL" clId="{ADAD171B-E9FF-4582-94AF-228D27F5A205}" dt="2023-09-13T21:35:06.565" v="94" actId="1076"/>
          <ac:spMkLst>
            <pc:docMk/>
            <pc:sldMk cId="3518165027" sldId="256"/>
            <ac:spMk id="86" creationId="{40826F65-1BB6-E136-B569-0A5F0A546E46}"/>
          </ac:spMkLst>
        </pc:spChg>
        <pc:spChg chg="mod">
          <ac:chgData name="Agnila Surovi" userId="55d7b2db-3a0f-421b-b43f-d2cf2b85e4e0" providerId="ADAL" clId="{ADAD171B-E9FF-4582-94AF-228D27F5A205}" dt="2023-09-13T21:36:59.749" v="96" actId="14100"/>
          <ac:spMkLst>
            <pc:docMk/>
            <pc:sldMk cId="3518165027" sldId="256"/>
            <ac:spMk id="114" creationId="{2DF77FCE-AB54-6C87-CFBA-C441F8C7A104}"/>
          </ac:spMkLst>
        </pc:spChg>
        <pc:spChg chg="mod">
          <ac:chgData name="Agnila Surovi" userId="55d7b2db-3a0f-421b-b43f-d2cf2b85e4e0" providerId="ADAL" clId="{ADAD171B-E9FF-4582-94AF-228D27F5A205}" dt="2023-09-13T21:28:28.136" v="70" actId="20577"/>
          <ac:spMkLst>
            <pc:docMk/>
            <pc:sldMk cId="3518165027" sldId="256"/>
            <ac:spMk id="116" creationId="{C2D1C1DF-7F8F-4F24-A9DA-99F3E63655A9}"/>
          </ac:spMkLst>
        </pc:spChg>
        <pc:spChg chg="mod">
          <ac:chgData name="Agnila Surovi" userId="55d7b2db-3a0f-421b-b43f-d2cf2b85e4e0" providerId="ADAL" clId="{ADAD171B-E9FF-4582-94AF-228D27F5A205}" dt="2023-09-13T21:27:04.063" v="54" actId="1076"/>
          <ac:spMkLst>
            <pc:docMk/>
            <pc:sldMk cId="3518165027" sldId="256"/>
            <ac:spMk id="125" creationId="{F09F87D7-3927-6865-6DDC-F5FF08C4EDBC}"/>
          </ac:spMkLst>
        </pc:spChg>
        <pc:spChg chg="mod">
          <ac:chgData name="Agnila Surovi" userId="55d7b2db-3a0f-421b-b43f-d2cf2b85e4e0" providerId="ADAL" clId="{ADAD171B-E9FF-4582-94AF-228D27F5A205}" dt="2023-09-13T21:27:02.406" v="52" actId="14100"/>
          <ac:spMkLst>
            <pc:docMk/>
            <pc:sldMk cId="3518165027" sldId="256"/>
            <ac:spMk id="1330" creationId="{3C8E3846-A9DE-82E7-4395-DB3F9FD4AEB0}"/>
          </ac:spMkLst>
        </pc:spChg>
        <pc:spChg chg="mod">
          <ac:chgData name="Agnila Surovi" userId="55d7b2db-3a0f-421b-b43f-d2cf2b85e4e0" providerId="ADAL" clId="{ADAD171B-E9FF-4582-94AF-228D27F5A205}" dt="2023-09-13T21:25:10.760" v="42" actId="207"/>
          <ac:spMkLst>
            <pc:docMk/>
            <pc:sldMk cId="3518165027" sldId="256"/>
            <ac:spMk id="1332" creationId="{3AF415CD-72D0-73A4-9383-5019AED0E1E9}"/>
          </ac:spMkLst>
        </pc:spChg>
        <pc:spChg chg="mod">
          <ac:chgData name="Agnila Surovi" userId="55d7b2db-3a0f-421b-b43f-d2cf2b85e4e0" providerId="ADAL" clId="{ADAD171B-E9FF-4582-94AF-228D27F5A205}" dt="2023-09-13T17:43:25.904" v="25" actId="20577"/>
          <ac:spMkLst>
            <pc:docMk/>
            <pc:sldMk cId="3518165027" sldId="256"/>
            <ac:spMk id="1441" creationId="{D165F359-5B95-2770-319C-B59465FDDB4D}"/>
          </ac:spMkLst>
        </pc:spChg>
        <pc:spChg chg="mod">
          <ac:chgData name="Agnila Surovi" userId="55d7b2db-3a0f-421b-b43f-d2cf2b85e4e0" providerId="ADAL" clId="{ADAD171B-E9FF-4582-94AF-228D27F5A205}" dt="2023-09-13T16:34:57.445" v="20" actId="20577"/>
          <ac:spMkLst>
            <pc:docMk/>
            <pc:sldMk cId="3518165027" sldId="256"/>
            <ac:spMk id="1474" creationId="{07A99F72-31E1-800B-976A-8A3F6F5F5857}"/>
          </ac:spMkLst>
        </pc:spChg>
        <pc:spChg chg="mod">
          <ac:chgData name="Agnila Surovi" userId="55d7b2db-3a0f-421b-b43f-d2cf2b85e4e0" providerId="ADAL" clId="{ADAD171B-E9FF-4582-94AF-228D27F5A205}" dt="2023-09-13T16:35:58.707" v="21" actId="1076"/>
          <ac:spMkLst>
            <pc:docMk/>
            <pc:sldMk cId="3518165027" sldId="256"/>
            <ac:spMk id="1483" creationId="{F1223E81-1328-5CFD-ED14-E51AA8C2D5CB}"/>
          </ac:spMkLst>
        </pc:spChg>
        <pc:grpChg chg="mod">
          <ac:chgData name="Agnila Surovi" userId="55d7b2db-3a0f-421b-b43f-d2cf2b85e4e0" providerId="ADAL" clId="{ADAD171B-E9FF-4582-94AF-228D27F5A205}" dt="2023-09-13T21:33:12.555" v="90"/>
          <ac:grpSpMkLst>
            <pc:docMk/>
            <pc:sldMk cId="3518165027" sldId="256"/>
            <ac:grpSpMk id="83" creationId="{2D89EA57-EB25-D3CC-C410-1354D00F2A18}"/>
          </ac:grpSpMkLst>
        </pc:grpChg>
        <pc:grpChg chg="mod">
          <ac:chgData name="Agnila Surovi" userId="55d7b2db-3a0f-421b-b43f-d2cf2b85e4e0" providerId="ADAL" clId="{ADAD171B-E9FF-4582-94AF-228D27F5A205}" dt="2023-09-13T21:33:12.555" v="90"/>
          <ac:grpSpMkLst>
            <pc:docMk/>
            <pc:sldMk cId="3518165027" sldId="256"/>
            <ac:grpSpMk id="85" creationId="{117C90B8-DEB2-2E4E-B539-D95E5B8AA88C}"/>
          </ac:grpSpMkLst>
        </pc:grpChg>
        <pc:grpChg chg="mod">
          <ac:chgData name="Agnila Surovi" userId="55d7b2db-3a0f-421b-b43f-d2cf2b85e4e0" providerId="ADAL" clId="{ADAD171B-E9FF-4582-94AF-228D27F5A205}" dt="2023-09-13T21:29:31.942" v="82" actId="14100"/>
          <ac:grpSpMkLst>
            <pc:docMk/>
            <pc:sldMk cId="3518165027" sldId="256"/>
            <ac:grpSpMk id="93" creationId="{DD021680-3254-14C6-631B-695FB04A204F}"/>
          </ac:grpSpMkLst>
        </pc:grpChg>
        <pc:grpChg chg="mod">
          <ac:chgData name="Agnila Surovi" userId="55d7b2db-3a0f-421b-b43f-d2cf2b85e4e0" providerId="ADAL" clId="{ADAD171B-E9FF-4582-94AF-228D27F5A205}" dt="2023-09-13T21:27:41.749" v="60"/>
          <ac:grpSpMkLst>
            <pc:docMk/>
            <pc:sldMk cId="3518165027" sldId="256"/>
            <ac:grpSpMk id="113" creationId="{E0BDD815-C106-4633-CA60-1097E6959EC8}"/>
          </ac:grpSpMkLst>
        </pc:grpChg>
        <pc:grpChg chg="mod">
          <ac:chgData name="Agnila Surovi" userId="55d7b2db-3a0f-421b-b43f-d2cf2b85e4e0" providerId="ADAL" clId="{ADAD171B-E9FF-4582-94AF-228D27F5A205}" dt="2023-09-13T21:27:41.749" v="60"/>
          <ac:grpSpMkLst>
            <pc:docMk/>
            <pc:sldMk cId="3518165027" sldId="256"/>
            <ac:grpSpMk id="115" creationId="{EF7850DA-9F45-A665-11F1-1201A15B5ACD}"/>
          </ac:grpSpMkLst>
        </pc:grpChg>
        <pc:grpChg chg="mod">
          <ac:chgData name="Agnila Surovi" userId="55d7b2db-3a0f-421b-b43f-d2cf2b85e4e0" providerId="ADAL" clId="{ADAD171B-E9FF-4582-94AF-228D27F5A205}" dt="2023-09-13T21:29:08.870" v="79" actId="14100"/>
          <ac:grpSpMkLst>
            <pc:docMk/>
            <pc:sldMk cId="3518165027" sldId="256"/>
            <ac:grpSpMk id="1324" creationId="{585B41C7-338D-717D-88F5-ADD4308A9591}"/>
          </ac:grpSpMkLst>
        </pc:grpChg>
        <pc:grpChg chg="mod">
          <ac:chgData name="Agnila Surovi" userId="55d7b2db-3a0f-421b-b43f-d2cf2b85e4e0" providerId="ADAL" clId="{ADAD171B-E9FF-4582-94AF-228D27F5A205}" dt="2023-09-13T21:22:48.627" v="27"/>
          <ac:grpSpMkLst>
            <pc:docMk/>
            <pc:sldMk cId="3518165027" sldId="256"/>
            <ac:grpSpMk id="1329" creationId="{28CF451D-A8EC-402F-A6C8-ED6ADBBC7370}"/>
          </ac:grpSpMkLst>
        </pc:grpChg>
        <pc:grpChg chg="mod">
          <ac:chgData name="Agnila Surovi" userId="55d7b2db-3a0f-421b-b43f-d2cf2b85e4e0" providerId="ADAL" clId="{ADAD171B-E9FF-4582-94AF-228D27F5A205}" dt="2023-09-13T21:22:48.627" v="27"/>
          <ac:grpSpMkLst>
            <pc:docMk/>
            <pc:sldMk cId="3518165027" sldId="256"/>
            <ac:grpSpMk id="1331" creationId="{177C977A-F1B9-C84C-CD88-CF036A73160C}"/>
          </ac:grpSpMkLst>
        </pc:grpChg>
      </pc:sldChg>
    </pc:docChg>
  </pc:docChgLst>
  <pc:docChgLst>
    <pc:chgData name="Surovi, Agnila Ghosh" userId="55d7b2db-3a0f-421b-b43f-d2cf2b85e4e0" providerId="ADAL" clId="{F578F9B2-A1DC-4C65-9765-730E9A0FB04A}"/>
    <pc:docChg chg="modSld">
      <pc:chgData name="Surovi, Agnila Ghosh" userId="55d7b2db-3a0f-421b-b43f-d2cf2b85e4e0" providerId="ADAL" clId="{F578F9B2-A1DC-4C65-9765-730E9A0FB04A}" dt="2023-09-14T20:36:19.827" v="35" actId="1076"/>
      <pc:docMkLst>
        <pc:docMk/>
      </pc:docMkLst>
      <pc:sldChg chg="addSp modSp mod">
        <pc:chgData name="Surovi, Agnila Ghosh" userId="55d7b2db-3a0f-421b-b43f-d2cf2b85e4e0" providerId="ADAL" clId="{F578F9B2-A1DC-4C65-9765-730E9A0FB04A}" dt="2023-09-14T20:36:19.827" v="35" actId="1076"/>
        <pc:sldMkLst>
          <pc:docMk/>
          <pc:sldMk cId="2169711471" sldId="257"/>
        </pc:sldMkLst>
        <pc:spChg chg="mod">
          <ac:chgData name="Surovi, Agnila Ghosh" userId="55d7b2db-3a0f-421b-b43f-d2cf2b85e4e0" providerId="ADAL" clId="{F578F9B2-A1DC-4C65-9765-730E9A0FB04A}" dt="2023-09-14T20:26:25.707" v="6" actId="164"/>
          <ac:spMkLst>
            <pc:docMk/>
            <pc:sldMk cId="2169711471" sldId="257"/>
            <ac:spMk id="28" creationId="{E35F5D3A-32AB-4D9B-23ED-82A96D40CA62}"/>
          </ac:spMkLst>
        </pc:spChg>
        <pc:spChg chg="mod">
          <ac:chgData name="Surovi, Agnila Ghosh" userId="55d7b2db-3a0f-421b-b43f-d2cf2b85e4e0" providerId="ADAL" clId="{F578F9B2-A1DC-4C65-9765-730E9A0FB04A}" dt="2023-09-14T20:25:48.232" v="4" actId="1076"/>
          <ac:spMkLst>
            <pc:docMk/>
            <pc:sldMk cId="2169711471" sldId="257"/>
            <ac:spMk id="37" creationId="{827854B7-8337-BF54-E9AA-F6391BF1DBF1}"/>
          </ac:spMkLst>
        </pc:spChg>
        <pc:spChg chg="mod">
          <ac:chgData name="Surovi, Agnila Ghosh" userId="55d7b2db-3a0f-421b-b43f-d2cf2b85e4e0" providerId="ADAL" clId="{F578F9B2-A1DC-4C65-9765-730E9A0FB04A}" dt="2023-09-14T20:26:25.707" v="6" actId="164"/>
          <ac:spMkLst>
            <pc:docMk/>
            <pc:sldMk cId="2169711471" sldId="257"/>
            <ac:spMk id="42" creationId="{837D938A-A75D-B780-AE80-607CCBFB2FAD}"/>
          </ac:spMkLst>
        </pc:spChg>
        <pc:spChg chg="mod">
          <ac:chgData name="Surovi, Agnila Ghosh" userId="55d7b2db-3a0f-421b-b43f-d2cf2b85e4e0" providerId="ADAL" clId="{F578F9B2-A1DC-4C65-9765-730E9A0FB04A}" dt="2023-09-14T20:26:25.707" v="6" actId="164"/>
          <ac:spMkLst>
            <pc:docMk/>
            <pc:sldMk cId="2169711471" sldId="257"/>
            <ac:spMk id="43" creationId="{F1ABF804-5F79-E3FA-4386-F2FA2113C612}"/>
          </ac:spMkLst>
        </pc:spChg>
        <pc:spChg chg="mod">
          <ac:chgData name="Surovi, Agnila Ghosh" userId="55d7b2db-3a0f-421b-b43f-d2cf2b85e4e0" providerId="ADAL" clId="{F578F9B2-A1DC-4C65-9765-730E9A0FB04A}" dt="2023-09-14T20:26:25.707" v="6" actId="164"/>
          <ac:spMkLst>
            <pc:docMk/>
            <pc:sldMk cId="2169711471" sldId="257"/>
            <ac:spMk id="48" creationId="{FF3DF033-DAA7-E2BD-FF70-DF0322C7364C}"/>
          </ac:spMkLst>
        </pc:spChg>
        <pc:spChg chg="mod">
          <ac:chgData name="Surovi, Agnila Ghosh" userId="55d7b2db-3a0f-421b-b43f-d2cf2b85e4e0" providerId="ADAL" clId="{F578F9B2-A1DC-4C65-9765-730E9A0FB04A}" dt="2023-09-14T20:35:56.492" v="32" actId="1076"/>
          <ac:spMkLst>
            <pc:docMk/>
            <pc:sldMk cId="2169711471" sldId="257"/>
            <ac:spMk id="197" creationId="{B8758E8C-EE70-43E0-B6E8-2E14B5659F9C}"/>
          </ac:spMkLst>
        </pc:spChg>
        <pc:spChg chg="mod">
          <ac:chgData name="Surovi, Agnila Ghosh" userId="55d7b2db-3a0f-421b-b43f-d2cf2b85e4e0" providerId="ADAL" clId="{F578F9B2-A1DC-4C65-9765-730E9A0FB04A}" dt="2023-09-14T20:36:19.827" v="35" actId="1076"/>
          <ac:spMkLst>
            <pc:docMk/>
            <pc:sldMk cId="2169711471" sldId="257"/>
            <ac:spMk id="216" creationId="{52398BE2-4AF1-4973-B7A4-AB17EA421365}"/>
          </ac:spMkLst>
        </pc:spChg>
        <pc:spChg chg="mod">
          <ac:chgData name="Surovi, Agnila Ghosh" userId="55d7b2db-3a0f-421b-b43f-d2cf2b85e4e0" providerId="ADAL" clId="{F578F9B2-A1DC-4C65-9765-730E9A0FB04A}" dt="2023-09-14T20:25:23.858" v="1" actId="14100"/>
          <ac:spMkLst>
            <pc:docMk/>
            <pc:sldMk cId="2169711471" sldId="257"/>
            <ac:spMk id="1298" creationId="{5717E816-CC47-7A26-F32F-0B36B44BBADB}"/>
          </ac:spMkLst>
        </pc:spChg>
        <pc:grpChg chg="add mod">
          <ac:chgData name="Surovi, Agnila Ghosh" userId="55d7b2db-3a0f-421b-b43f-d2cf2b85e4e0" providerId="ADAL" clId="{F578F9B2-A1DC-4C65-9765-730E9A0FB04A}" dt="2023-09-14T20:35:32.779" v="26" actId="1076"/>
          <ac:grpSpMkLst>
            <pc:docMk/>
            <pc:sldMk cId="2169711471" sldId="257"/>
            <ac:grpSpMk id="7" creationId="{C3884ABA-8A3B-BB62-A6E5-FA76B12CBFA8}"/>
          </ac:grpSpMkLst>
        </pc:grpChg>
        <pc:grpChg chg="mod">
          <ac:chgData name="Surovi, Agnila Ghosh" userId="55d7b2db-3a0f-421b-b43f-d2cf2b85e4e0" providerId="ADAL" clId="{F578F9B2-A1DC-4C65-9765-730E9A0FB04A}" dt="2023-09-14T20:28:43.061" v="20" actId="14100"/>
          <ac:grpSpMkLst>
            <pc:docMk/>
            <pc:sldMk cId="2169711471" sldId="257"/>
            <ac:grpSpMk id="113" creationId="{E0BDD815-C106-4633-CA60-1097E6959EC8}"/>
          </ac:grpSpMkLst>
        </pc:grpChg>
        <pc:grpChg chg="mod">
          <ac:chgData name="Surovi, Agnila Ghosh" userId="55d7b2db-3a0f-421b-b43f-d2cf2b85e4e0" providerId="ADAL" clId="{F578F9B2-A1DC-4C65-9765-730E9A0FB04A}" dt="2023-09-14T20:35:11.291" v="21" actId="14100"/>
          <ac:grpSpMkLst>
            <pc:docMk/>
            <pc:sldMk cId="2169711471" sldId="257"/>
            <ac:grpSpMk id="186" creationId="{20F4490A-A706-44B8-A1D9-FFDC6C6F8513}"/>
          </ac:grpSpMkLst>
        </pc:grpChg>
        <pc:grpChg chg="mod">
          <ac:chgData name="Surovi, Agnila Ghosh" userId="55d7b2db-3a0f-421b-b43f-d2cf2b85e4e0" providerId="ADAL" clId="{F578F9B2-A1DC-4C65-9765-730E9A0FB04A}" dt="2023-09-14T20:36:00.436" v="33" actId="1076"/>
          <ac:grpSpMkLst>
            <pc:docMk/>
            <pc:sldMk cId="2169711471" sldId="257"/>
            <ac:grpSpMk id="1385" creationId="{86900145-749C-7DFE-DCB6-FF5F48AE2F91}"/>
          </ac:grpSpMkLst>
        </pc:grpChg>
        <pc:graphicFrameChg chg="mod">
          <ac:chgData name="Surovi, Agnila Ghosh" userId="55d7b2db-3a0f-421b-b43f-d2cf2b85e4e0" providerId="ADAL" clId="{F578F9B2-A1DC-4C65-9765-730E9A0FB04A}" dt="2023-09-14T20:36:08.938" v="34" actId="1076"/>
          <ac:graphicFrameMkLst>
            <pc:docMk/>
            <pc:sldMk cId="2169711471" sldId="257"/>
            <ac:graphicFrameMk id="211" creationId="{5703DCF8-4E15-41CC-9C67-90084C7899B3}"/>
          </ac:graphicFrameMkLst>
        </pc:graphicFrameChg>
        <pc:cxnChg chg="mod">
          <ac:chgData name="Surovi, Agnila Ghosh" userId="55d7b2db-3a0f-421b-b43f-d2cf2b85e4e0" providerId="ADAL" clId="{F578F9B2-A1DC-4C65-9765-730E9A0FB04A}" dt="2023-09-14T20:26:25.707" v="6" actId="164"/>
          <ac:cxnSpMkLst>
            <pc:docMk/>
            <pc:sldMk cId="2169711471" sldId="257"/>
            <ac:cxnSpMk id="51" creationId="{B2A6296C-F4FD-8E2B-5E04-C1B3AD4B4CCC}"/>
          </ac:cxnSpMkLst>
        </pc:cxnChg>
        <pc:cxnChg chg="mod">
          <ac:chgData name="Surovi, Agnila Ghosh" userId="55d7b2db-3a0f-421b-b43f-d2cf2b85e4e0" providerId="ADAL" clId="{F578F9B2-A1DC-4C65-9765-730E9A0FB04A}" dt="2023-09-14T20:26:25.707" v="6" actId="164"/>
          <ac:cxnSpMkLst>
            <pc:docMk/>
            <pc:sldMk cId="2169711471" sldId="257"/>
            <ac:cxnSpMk id="54" creationId="{C9C17987-92B4-0970-DFB3-B90EACC623E1}"/>
          </ac:cxnSpMkLst>
        </pc:cxnChg>
        <pc:cxnChg chg="mod">
          <ac:chgData name="Surovi, Agnila Ghosh" userId="55d7b2db-3a0f-421b-b43f-d2cf2b85e4e0" providerId="ADAL" clId="{F578F9B2-A1DC-4C65-9765-730E9A0FB04A}" dt="2023-09-14T20:26:25.707" v="6" actId="164"/>
          <ac:cxnSpMkLst>
            <pc:docMk/>
            <pc:sldMk cId="2169711471" sldId="257"/>
            <ac:cxnSpMk id="57" creationId="{C3247193-8ECC-8ED8-0ACD-ACF45C75B051}"/>
          </ac:cxnSpMkLst>
        </pc:cxnChg>
      </pc:sldChg>
    </pc:docChg>
  </pc:docChgLst>
  <pc:docChgLst>
    <pc:chgData name="Surovi, Agnila Ghosh" userId="55d7b2db-3a0f-421b-b43f-d2cf2b85e4e0" providerId="ADAL" clId="{9C8248C1-31DC-407F-9C70-66A90F29A23E}"/>
    <pc:docChg chg="modSld">
      <pc:chgData name="Surovi, Agnila Ghosh" userId="55d7b2db-3a0f-421b-b43f-d2cf2b85e4e0" providerId="ADAL" clId="{9C8248C1-31DC-407F-9C70-66A90F29A23E}" dt="2023-09-07T17:53:10.508" v="5"/>
      <pc:docMkLst>
        <pc:docMk/>
      </pc:docMkLst>
      <pc:sldChg chg="modSp">
        <pc:chgData name="Surovi, Agnila Ghosh" userId="55d7b2db-3a0f-421b-b43f-d2cf2b85e4e0" providerId="ADAL" clId="{9C8248C1-31DC-407F-9C70-66A90F29A23E}" dt="2023-09-07T17:53:10.508" v="5"/>
        <pc:sldMkLst>
          <pc:docMk/>
          <pc:sldMk cId="3518165027" sldId="256"/>
        </pc:sldMkLst>
        <pc:spChg chg="mod">
          <ac:chgData name="Surovi, Agnila Ghosh" userId="55d7b2db-3a0f-421b-b43f-d2cf2b85e4e0" providerId="ADAL" clId="{9C8248C1-31DC-407F-9C70-66A90F29A23E}" dt="2023-09-07T17:52:41.542" v="1"/>
          <ac:spMkLst>
            <pc:docMk/>
            <pc:sldMk cId="3518165027" sldId="256"/>
            <ac:spMk id="118" creationId="{79BFE88E-E63B-405B-B608-3FFD20ABFCDC}"/>
          </ac:spMkLst>
        </pc:spChg>
        <pc:spChg chg="mod">
          <ac:chgData name="Surovi, Agnila Ghosh" userId="55d7b2db-3a0f-421b-b43f-d2cf2b85e4e0" providerId="ADAL" clId="{9C8248C1-31DC-407F-9C70-66A90F29A23E}" dt="2023-09-07T17:52:49.059" v="2"/>
          <ac:spMkLst>
            <pc:docMk/>
            <pc:sldMk cId="3518165027" sldId="256"/>
            <ac:spMk id="119" creationId="{339EFCCF-B420-414A-9303-CD8552CC3E6C}"/>
          </ac:spMkLst>
        </pc:spChg>
        <pc:spChg chg="mod">
          <ac:chgData name="Surovi, Agnila Ghosh" userId="55d7b2db-3a0f-421b-b43f-d2cf2b85e4e0" providerId="ADAL" clId="{9C8248C1-31DC-407F-9C70-66A90F29A23E}" dt="2023-09-07T17:52:54.562" v="3"/>
          <ac:spMkLst>
            <pc:docMk/>
            <pc:sldMk cId="3518165027" sldId="256"/>
            <ac:spMk id="120" creationId="{5EAC506B-6958-4F48-A132-1E0EE8F09892}"/>
          </ac:spMkLst>
        </pc:spChg>
        <pc:spChg chg="mod">
          <ac:chgData name="Surovi, Agnila Ghosh" userId="55d7b2db-3a0f-421b-b43f-d2cf2b85e4e0" providerId="ADAL" clId="{9C8248C1-31DC-407F-9C70-66A90F29A23E}" dt="2023-09-07T17:53:01.749" v="4"/>
          <ac:spMkLst>
            <pc:docMk/>
            <pc:sldMk cId="3518165027" sldId="256"/>
            <ac:spMk id="122" creationId="{7F2ECBFB-FB42-4B66-9BF2-411AB541CDC4}"/>
          </ac:spMkLst>
        </pc:spChg>
        <pc:spChg chg="mod">
          <ac:chgData name="Surovi, Agnila Ghosh" userId="55d7b2db-3a0f-421b-b43f-d2cf2b85e4e0" providerId="ADAL" clId="{9C8248C1-31DC-407F-9C70-66A90F29A23E}" dt="2023-09-07T17:53:10.508" v="5"/>
          <ac:spMkLst>
            <pc:docMk/>
            <pc:sldMk cId="3518165027" sldId="256"/>
            <ac:spMk id="123" creationId="{D10E698B-8F6E-42CC-B265-160170039241}"/>
          </ac:spMkLst>
        </pc:spChg>
        <pc:spChg chg="mod">
          <ac:chgData name="Surovi, Agnila Ghosh" userId="55d7b2db-3a0f-421b-b43f-d2cf2b85e4e0" providerId="ADAL" clId="{9C8248C1-31DC-407F-9C70-66A90F29A23E}" dt="2023-09-07T17:52:33.518" v="0"/>
          <ac:spMkLst>
            <pc:docMk/>
            <pc:sldMk cId="3518165027" sldId="256"/>
            <ac:spMk id="124" creationId="{F53D4F7B-3351-4FFF-979B-58228F603DDD}"/>
          </ac:spMkLst>
        </pc:spChg>
      </pc:sldChg>
    </pc:docChg>
  </pc:docChgLst>
  <pc:docChgLst>
    <pc:chgData name="Surovi, Agnila Ghosh" userId="55d7b2db-3a0f-421b-b43f-d2cf2b85e4e0" providerId="ADAL" clId="{EBA3808D-D0D7-48D6-B7A2-B5873619D0E5}"/>
    <pc:docChg chg="modSld">
      <pc:chgData name="Surovi, Agnila Ghosh" userId="55d7b2db-3a0f-421b-b43f-d2cf2b85e4e0" providerId="ADAL" clId="{EBA3808D-D0D7-48D6-B7A2-B5873619D0E5}" dt="2023-08-30T16:22:50.161" v="1" actId="14100"/>
      <pc:docMkLst>
        <pc:docMk/>
      </pc:docMkLst>
      <pc:sldChg chg="modSp">
        <pc:chgData name="Surovi, Agnila Ghosh" userId="55d7b2db-3a0f-421b-b43f-d2cf2b85e4e0" providerId="ADAL" clId="{EBA3808D-D0D7-48D6-B7A2-B5873619D0E5}" dt="2023-08-30T16:22:50.161" v="1" actId="14100"/>
        <pc:sldMkLst>
          <pc:docMk/>
          <pc:sldMk cId="3518165027" sldId="256"/>
        </pc:sldMkLst>
        <pc:spChg chg="mod">
          <ac:chgData name="Surovi, Agnila Ghosh" userId="55d7b2db-3a0f-421b-b43f-d2cf2b85e4e0" providerId="ADAL" clId="{EBA3808D-D0D7-48D6-B7A2-B5873619D0E5}" dt="2023-08-30T16:22:50.161" v="1" actId="14100"/>
          <ac:spMkLst>
            <pc:docMk/>
            <pc:sldMk cId="3518165027" sldId="256"/>
            <ac:spMk id="13" creationId="{00000000-0000-0000-0000-000000000000}"/>
          </ac:spMkLst>
        </pc:spChg>
        <pc:grpChg chg="mod">
          <ac:chgData name="Surovi, Agnila Ghosh" userId="55d7b2db-3a0f-421b-b43f-d2cf2b85e4e0" providerId="ADAL" clId="{EBA3808D-D0D7-48D6-B7A2-B5873619D0E5}" dt="2023-08-30T16:20:05.778" v="0" actId="1076"/>
          <ac:grpSpMkLst>
            <pc:docMk/>
            <pc:sldMk cId="3518165027" sldId="256"/>
            <ac:grpSpMk id="233" creationId="{C0B509B5-FD8A-495D-1C74-E76914F15AA2}"/>
          </ac:grpSpMkLst>
        </pc:grpChg>
      </pc:sldChg>
    </pc:docChg>
  </pc:docChgLst>
  <pc:docChgLst>
    <pc:chgData name="Surovi, Agnila Ghosh" userId="55d7b2db-3a0f-421b-b43f-d2cf2b85e4e0" providerId="ADAL" clId="{A1802046-DBD9-499B-9F95-5C8786E2528A}"/>
    <pc:docChg chg="undo custSel addSld delSld modSld">
      <pc:chgData name="Surovi, Agnila Ghosh" userId="55d7b2db-3a0f-421b-b43f-d2cf2b85e4e0" providerId="ADAL" clId="{A1802046-DBD9-499B-9F95-5C8786E2528A}" dt="2023-09-14T16:41:48.470" v="300" actId="6549"/>
      <pc:docMkLst>
        <pc:docMk/>
      </pc:docMkLst>
      <pc:sldChg chg="new del">
        <pc:chgData name="Surovi, Agnila Ghosh" userId="55d7b2db-3a0f-421b-b43f-d2cf2b85e4e0" providerId="ADAL" clId="{A1802046-DBD9-499B-9F95-5C8786E2528A}" dt="2023-09-14T12:08:17.181" v="3" actId="47"/>
        <pc:sldMkLst>
          <pc:docMk/>
          <pc:sldMk cId="1373461565" sldId="257"/>
        </pc:sldMkLst>
      </pc:sldChg>
      <pc:sldChg chg="addSp delSp modSp add mod modNotesTx">
        <pc:chgData name="Surovi, Agnila Ghosh" userId="55d7b2db-3a0f-421b-b43f-d2cf2b85e4e0" providerId="ADAL" clId="{A1802046-DBD9-499B-9F95-5C8786E2528A}" dt="2023-09-14T16:41:48.470" v="300" actId="6549"/>
        <pc:sldMkLst>
          <pc:docMk/>
          <pc:sldMk cId="2169711471" sldId="257"/>
        </pc:sldMkLst>
        <pc:spChg chg="add del mod">
          <ac:chgData name="Surovi, Agnila Ghosh" userId="55d7b2db-3a0f-421b-b43f-d2cf2b85e4e0" providerId="ADAL" clId="{A1802046-DBD9-499B-9F95-5C8786E2528A}" dt="2023-09-14T12:28:50.996" v="176" actId="478"/>
          <ac:spMkLst>
            <pc:docMk/>
            <pc:sldMk cId="2169711471" sldId="257"/>
            <ac:spMk id="8" creationId="{0EFA318E-ED73-007F-67A7-91990044F616}"/>
          </ac:spMkLst>
        </pc:spChg>
        <pc:spChg chg="add del mod">
          <ac:chgData name="Surovi, Agnila Ghosh" userId="55d7b2db-3a0f-421b-b43f-d2cf2b85e4e0" providerId="ADAL" clId="{A1802046-DBD9-499B-9F95-5C8786E2528A}" dt="2023-09-14T12:28:46.594" v="175" actId="478"/>
          <ac:spMkLst>
            <pc:docMk/>
            <pc:sldMk cId="2169711471" sldId="257"/>
            <ac:spMk id="9" creationId="{719448C2-D3A5-8B11-5E91-5C9E38584AB5}"/>
          </ac:spMkLst>
        </pc:spChg>
        <pc:spChg chg="add mod">
          <ac:chgData name="Surovi, Agnila Ghosh" userId="55d7b2db-3a0f-421b-b43f-d2cf2b85e4e0" providerId="ADAL" clId="{A1802046-DBD9-499B-9F95-5C8786E2528A}" dt="2023-09-14T12:31:11.119" v="204" actId="255"/>
          <ac:spMkLst>
            <pc:docMk/>
            <pc:sldMk cId="2169711471" sldId="257"/>
            <ac:spMk id="28" creationId="{E35F5D3A-32AB-4D9B-23ED-82A96D40CA62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31" creationId="{716C8585-52BF-3441-D9BF-8B060A0F517B}"/>
          </ac:spMkLst>
        </pc:spChg>
        <pc:spChg chg="mod">
          <ac:chgData name="Surovi, Agnila Ghosh" userId="55d7b2db-3a0f-421b-b43f-d2cf2b85e4e0" providerId="ADAL" clId="{A1802046-DBD9-499B-9F95-5C8786E2528A}" dt="2023-09-14T12:18:29.412" v="99" actId="1076"/>
          <ac:spMkLst>
            <pc:docMk/>
            <pc:sldMk cId="2169711471" sldId="257"/>
            <ac:spMk id="34" creationId="{88BDBAC1-AB61-B0A1-B2B4-27CD7C00F316}"/>
          </ac:spMkLst>
        </pc:spChg>
        <pc:spChg chg="mod">
          <ac:chgData name="Surovi, Agnila Ghosh" userId="55d7b2db-3a0f-421b-b43f-d2cf2b85e4e0" providerId="ADAL" clId="{A1802046-DBD9-499B-9F95-5C8786E2528A}" dt="2023-09-14T12:24:44.198" v="138" actId="1076"/>
          <ac:spMkLst>
            <pc:docMk/>
            <pc:sldMk cId="2169711471" sldId="257"/>
            <ac:spMk id="37" creationId="{827854B7-8337-BF54-E9AA-F6391BF1DBF1}"/>
          </ac:spMkLst>
        </pc:spChg>
        <pc:spChg chg="mod">
          <ac:chgData name="Surovi, Agnila Ghosh" userId="55d7b2db-3a0f-421b-b43f-d2cf2b85e4e0" providerId="ADAL" clId="{A1802046-DBD9-499B-9F95-5C8786E2528A}" dt="2023-09-14T12:35:52.232" v="296" actId="1076"/>
          <ac:spMkLst>
            <pc:docMk/>
            <pc:sldMk cId="2169711471" sldId="257"/>
            <ac:spMk id="38" creationId="{0C642E29-E349-C25D-614E-7FE99F308C22}"/>
          </ac:spMkLst>
        </pc:spChg>
        <pc:spChg chg="mod">
          <ac:chgData name="Surovi, Agnila Ghosh" userId="55d7b2db-3a0f-421b-b43f-d2cf2b85e4e0" providerId="ADAL" clId="{A1802046-DBD9-499B-9F95-5C8786E2528A}" dt="2023-09-14T12:19:00.926" v="102" actId="255"/>
          <ac:spMkLst>
            <pc:docMk/>
            <pc:sldMk cId="2169711471" sldId="257"/>
            <ac:spMk id="39" creationId="{F46957A3-45AF-1FA7-FA8D-31005081E796}"/>
          </ac:spMkLst>
        </pc:spChg>
        <pc:spChg chg="mod">
          <ac:chgData name="Surovi, Agnila Ghosh" userId="55d7b2db-3a0f-421b-b43f-d2cf2b85e4e0" providerId="ADAL" clId="{A1802046-DBD9-499B-9F95-5C8786E2528A}" dt="2023-09-14T12:35:47.553" v="295" actId="1076"/>
          <ac:spMkLst>
            <pc:docMk/>
            <pc:sldMk cId="2169711471" sldId="257"/>
            <ac:spMk id="40" creationId="{97346D46-C26D-3247-2E1F-43A19DB88001}"/>
          </ac:spMkLst>
        </pc:spChg>
        <pc:spChg chg="add mod">
          <ac:chgData name="Surovi, Agnila Ghosh" userId="55d7b2db-3a0f-421b-b43f-d2cf2b85e4e0" providerId="ADAL" clId="{A1802046-DBD9-499B-9F95-5C8786E2528A}" dt="2023-09-14T12:32:54.799" v="240" actId="20577"/>
          <ac:spMkLst>
            <pc:docMk/>
            <pc:sldMk cId="2169711471" sldId="257"/>
            <ac:spMk id="42" creationId="{837D938A-A75D-B780-AE80-607CCBFB2FAD}"/>
          </ac:spMkLst>
        </pc:spChg>
        <pc:spChg chg="add mod">
          <ac:chgData name="Surovi, Agnila Ghosh" userId="55d7b2db-3a0f-421b-b43f-d2cf2b85e4e0" providerId="ADAL" clId="{A1802046-DBD9-499B-9F95-5C8786E2528A}" dt="2023-09-14T12:33:10.157" v="261" actId="20577"/>
          <ac:spMkLst>
            <pc:docMk/>
            <pc:sldMk cId="2169711471" sldId="257"/>
            <ac:spMk id="43" creationId="{F1ABF804-5F79-E3FA-4386-F2FA2113C612}"/>
          </ac:spMkLst>
        </pc:spChg>
        <pc:spChg chg="del">
          <ac:chgData name="Surovi, Agnila Ghosh" userId="55d7b2db-3a0f-421b-b43f-d2cf2b85e4e0" providerId="ADAL" clId="{A1802046-DBD9-499B-9F95-5C8786E2528A}" dt="2023-09-14T12:13:39.567" v="43" actId="478"/>
          <ac:spMkLst>
            <pc:docMk/>
            <pc:sldMk cId="2169711471" sldId="257"/>
            <ac:spMk id="45" creationId="{ADB44222-57AA-4D0B-8198-BDB3D7BB76E7}"/>
          </ac:spMkLst>
        </pc:spChg>
        <pc:spChg chg="add mod">
          <ac:chgData name="Surovi, Agnila Ghosh" userId="55d7b2db-3a0f-421b-b43f-d2cf2b85e4e0" providerId="ADAL" clId="{A1802046-DBD9-499B-9F95-5C8786E2528A}" dt="2023-09-14T12:33:26.031" v="283" actId="20577"/>
          <ac:spMkLst>
            <pc:docMk/>
            <pc:sldMk cId="2169711471" sldId="257"/>
            <ac:spMk id="48" creationId="{FF3DF033-DAA7-E2BD-FF70-DF0322C7364C}"/>
          </ac:spMkLst>
        </pc:spChg>
        <pc:spChg chg="mod">
          <ac:chgData name="Surovi, Agnila Ghosh" userId="55d7b2db-3a0f-421b-b43f-d2cf2b85e4e0" providerId="ADAL" clId="{A1802046-DBD9-499B-9F95-5C8786E2528A}" dt="2023-09-14T12:19:07.851" v="103" actId="255"/>
          <ac:spMkLst>
            <pc:docMk/>
            <pc:sldMk cId="2169711471" sldId="257"/>
            <ac:spMk id="50" creationId="{6070E352-63EA-0BBA-6EB6-98BECD17B140}"/>
          </ac:spMkLst>
        </pc:spChg>
        <pc:spChg chg="mod">
          <ac:chgData name="Surovi, Agnila Ghosh" userId="55d7b2db-3a0f-421b-b43f-d2cf2b85e4e0" providerId="ADAL" clId="{A1802046-DBD9-499B-9F95-5C8786E2528A}" dt="2023-09-14T12:12:47.224" v="33" actId="20577"/>
          <ac:spMkLst>
            <pc:docMk/>
            <pc:sldMk cId="2169711471" sldId="257"/>
            <ac:spMk id="55" creationId="{B93AE60F-4002-16F3-882F-AC6C4B86B8FE}"/>
          </ac:spMkLst>
        </pc:spChg>
        <pc:spChg chg="mod">
          <ac:chgData name="Surovi, Agnila Ghosh" userId="55d7b2db-3a0f-421b-b43f-d2cf2b85e4e0" providerId="ADAL" clId="{A1802046-DBD9-499B-9F95-5C8786E2528A}" dt="2023-09-14T12:18:35.455" v="100" actId="255"/>
          <ac:spMkLst>
            <pc:docMk/>
            <pc:sldMk cId="2169711471" sldId="257"/>
            <ac:spMk id="80" creationId="{7FBB4128-35FD-9DE5-0A22-2143A168BBEF}"/>
          </ac:spMkLst>
        </pc:spChg>
        <pc:spChg chg="mod">
          <ac:chgData name="Surovi, Agnila Ghosh" userId="55d7b2db-3a0f-421b-b43f-d2cf2b85e4e0" providerId="ADAL" clId="{A1802046-DBD9-499B-9F95-5C8786E2528A}" dt="2023-09-14T12:36:03.196" v="297" actId="255"/>
          <ac:spMkLst>
            <pc:docMk/>
            <pc:sldMk cId="2169711471" sldId="257"/>
            <ac:spMk id="81" creationId="{E44281CA-4F7D-F740-3B1D-D137C1FF8E63}"/>
          </ac:spMkLst>
        </pc:spChg>
        <pc:spChg chg="del topLvl">
          <ac:chgData name="Surovi, Agnila Ghosh" userId="55d7b2db-3a0f-421b-b43f-d2cf2b85e4e0" providerId="ADAL" clId="{A1802046-DBD9-499B-9F95-5C8786E2528A}" dt="2023-09-14T12:14:15.358" v="48" actId="478"/>
          <ac:spMkLst>
            <pc:docMk/>
            <pc:sldMk cId="2169711471" sldId="257"/>
            <ac:spMk id="94" creationId="{16132811-BF32-79B3-095D-3336A35BE701}"/>
          </ac:spMkLst>
        </pc:spChg>
        <pc:spChg chg="del topLvl">
          <ac:chgData name="Surovi, Agnila Ghosh" userId="55d7b2db-3a0f-421b-b43f-d2cf2b85e4e0" providerId="ADAL" clId="{A1802046-DBD9-499B-9F95-5C8786E2528A}" dt="2023-09-14T12:14:18.182" v="49" actId="478"/>
          <ac:spMkLst>
            <pc:docMk/>
            <pc:sldMk cId="2169711471" sldId="257"/>
            <ac:spMk id="96" creationId="{B4E4F8A9-E533-69E5-D361-857B1386E052}"/>
          </ac:spMkLst>
        </pc:spChg>
        <pc:spChg chg="del topLvl">
          <ac:chgData name="Surovi, Agnila Ghosh" userId="55d7b2db-3a0f-421b-b43f-d2cf2b85e4e0" providerId="ADAL" clId="{A1802046-DBD9-499B-9F95-5C8786E2528A}" dt="2023-09-14T12:14:19.814" v="50" actId="478"/>
          <ac:spMkLst>
            <pc:docMk/>
            <pc:sldMk cId="2169711471" sldId="257"/>
            <ac:spMk id="97" creationId="{7E680808-6EBB-1CAF-F66F-45C836166599}"/>
          </ac:spMkLst>
        </pc:spChg>
        <pc:spChg chg="mod">
          <ac:chgData name="Surovi, Agnila Ghosh" userId="55d7b2db-3a0f-421b-b43f-d2cf2b85e4e0" providerId="ADAL" clId="{A1802046-DBD9-499B-9F95-5C8786E2528A}" dt="2023-09-14T12:31:20.078" v="205" actId="255"/>
          <ac:spMkLst>
            <pc:docMk/>
            <pc:sldMk cId="2169711471" sldId="257"/>
            <ac:spMk id="105" creationId="{EEB9C105-FA02-7CDA-9C57-1737B920B498}"/>
          </ac:spMkLst>
        </pc:spChg>
        <pc:spChg chg="mod">
          <ac:chgData name="Surovi, Agnila Ghosh" userId="55d7b2db-3a0f-421b-b43f-d2cf2b85e4e0" providerId="ADAL" clId="{A1802046-DBD9-499B-9F95-5C8786E2528A}" dt="2023-09-14T12:19:14.186" v="104" actId="255"/>
          <ac:spMkLst>
            <pc:docMk/>
            <pc:sldMk cId="2169711471" sldId="257"/>
            <ac:spMk id="106" creationId="{C18D8EC5-2FA3-16CE-0536-ED873EE242CF}"/>
          </ac:spMkLst>
        </pc:spChg>
        <pc:spChg chg="mod">
          <ac:chgData name="Surovi, Agnila Ghosh" userId="55d7b2db-3a0f-421b-b43f-d2cf2b85e4e0" providerId="ADAL" clId="{A1802046-DBD9-499B-9F95-5C8786E2528A}" dt="2023-09-14T12:20:24.341" v="111" actId="14100"/>
          <ac:spMkLst>
            <pc:docMk/>
            <pc:sldMk cId="2169711471" sldId="257"/>
            <ac:spMk id="114" creationId="{2DF77FCE-AB54-6C87-CFBA-C441F8C7A104}"/>
          </ac:spMkLst>
        </pc:spChg>
        <pc:spChg chg="mod">
          <ac:chgData name="Surovi, Agnila Ghosh" userId="55d7b2db-3a0f-421b-b43f-d2cf2b85e4e0" providerId="ADAL" clId="{A1802046-DBD9-499B-9F95-5C8786E2528A}" dt="2023-09-14T12:20:33.502" v="112" actId="1076"/>
          <ac:spMkLst>
            <pc:docMk/>
            <pc:sldMk cId="2169711471" sldId="257"/>
            <ac:spMk id="116" creationId="{C2D1C1DF-7F8F-4F24-A9DA-99F3E63655A9}"/>
          </ac:spMkLst>
        </pc:spChg>
        <pc:spChg chg="mod">
          <ac:chgData name="Surovi, Agnila Ghosh" userId="55d7b2db-3a0f-421b-b43f-d2cf2b85e4e0" providerId="ADAL" clId="{A1802046-DBD9-499B-9F95-5C8786E2528A}" dt="2023-09-14T12:36:08.859" v="298" actId="255"/>
          <ac:spMkLst>
            <pc:docMk/>
            <pc:sldMk cId="2169711471" sldId="257"/>
            <ac:spMk id="125" creationId="{F09F87D7-3927-6865-6DDC-F5FF08C4EDBC}"/>
          </ac:spMkLst>
        </pc:spChg>
        <pc:spChg chg="mod">
          <ac:chgData name="Surovi, Agnila Ghosh" userId="55d7b2db-3a0f-421b-b43f-d2cf2b85e4e0" providerId="ADAL" clId="{A1802046-DBD9-499B-9F95-5C8786E2528A}" dt="2023-09-14T12:31:26.637" v="206" actId="255"/>
          <ac:spMkLst>
            <pc:docMk/>
            <pc:sldMk cId="2169711471" sldId="257"/>
            <ac:spMk id="190" creationId="{68EDE6AD-69AB-43EC-89DD-275B02A574BB}"/>
          </ac:spMkLst>
        </pc:spChg>
        <pc:spChg chg="mod">
          <ac:chgData name="Surovi, Agnila Ghosh" userId="55d7b2db-3a0f-421b-b43f-d2cf2b85e4e0" providerId="ADAL" clId="{A1802046-DBD9-499B-9F95-5C8786E2528A}" dt="2023-09-14T12:31:00.844" v="203" actId="14100"/>
          <ac:spMkLst>
            <pc:docMk/>
            <pc:sldMk cId="2169711471" sldId="257"/>
            <ac:spMk id="197" creationId="{B8758E8C-EE70-43E0-B6E8-2E14B5659F9C}"/>
          </ac:spMkLst>
        </pc:spChg>
        <pc:spChg chg="del">
          <ac:chgData name="Surovi, Agnila Ghosh" userId="55d7b2db-3a0f-421b-b43f-d2cf2b85e4e0" providerId="ADAL" clId="{A1802046-DBD9-499B-9F95-5C8786E2528A}" dt="2023-09-14T12:13:29.268" v="38" actId="478"/>
          <ac:spMkLst>
            <pc:docMk/>
            <pc:sldMk cId="2169711471" sldId="257"/>
            <ac:spMk id="214" creationId="{4DD9BACB-C492-488E-8560-160DDFF04719}"/>
          </ac:spMkLst>
        </pc:spChg>
        <pc:spChg chg="del">
          <ac:chgData name="Surovi, Agnila Ghosh" userId="55d7b2db-3a0f-421b-b43f-d2cf2b85e4e0" providerId="ADAL" clId="{A1802046-DBD9-499B-9F95-5C8786E2528A}" dt="2023-09-14T12:13:35.507" v="41" actId="478"/>
          <ac:spMkLst>
            <pc:docMk/>
            <pc:sldMk cId="2169711471" sldId="257"/>
            <ac:spMk id="215" creationId="{42D09E87-CC16-46C3-8EFE-97E80EFDA468}"/>
          </ac:spMkLst>
        </pc:spChg>
        <pc:spChg chg="mod">
          <ac:chgData name="Surovi, Agnila Ghosh" userId="55d7b2db-3a0f-421b-b43f-d2cf2b85e4e0" providerId="ADAL" clId="{A1802046-DBD9-499B-9F95-5C8786E2528A}" dt="2023-09-14T12:33:37.686" v="285" actId="20577"/>
          <ac:spMkLst>
            <pc:docMk/>
            <pc:sldMk cId="2169711471" sldId="257"/>
            <ac:spMk id="216" creationId="{52398BE2-4AF1-4973-B7A4-AB17EA421365}"/>
          </ac:spMkLst>
        </pc:spChg>
        <pc:spChg chg="mod">
          <ac:chgData name="Surovi, Agnila Ghosh" userId="55d7b2db-3a0f-421b-b43f-d2cf2b85e4e0" providerId="ADAL" clId="{A1802046-DBD9-499B-9F95-5C8786E2528A}" dt="2023-09-14T12:26:55.098" v="158" actId="1076"/>
          <ac:spMkLst>
            <pc:docMk/>
            <pc:sldMk cId="2169711471" sldId="257"/>
            <ac:spMk id="1298" creationId="{5717E816-CC47-7A26-F32F-0B36B44BBADB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353" creationId="{2D1EFCD9-05FA-B3CD-FB55-54B3ED03ADB5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361" creationId="{B44EFEB9-1A9A-2283-7A53-4BCA7E43D48F}"/>
          </ac:spMkLst>
        </pc:spChg>
        <pc:spChg chg="del">
          <ac:chgData name="Surovi, Agnila Ghosh" userId="55d7b2db-3a0f-421b-b43f-d2cf2b85e4e0" providerId="ADAL" clId="{A1802046-DBD9-499B-9F95-5C8786E2528A}" dt="2023-09-14T12:13:45.898" v="45" actId="478"/>
          <ac:spMkLst>
            <pc:docMk/>
            <pc:sldMk cId="2169711471" sldId="257"/>
            <ac:spMk id="1390" creationId="{E734C115-6430-BC3B-0C3A-E2205ED61365}"/>
          </ac:spMkLst>
        </pc:spChg>
        <pc:spChg chg="del mod">
          <ac:chgData name="Surovi, Agnila Ghosh" userId="55d7b2db-3a0f-421b-b43f-d2cf2b85e4e0" providerId="ADAL" clId="{A1802046-DBD9-499B-9F95-5C8786E2528A}" dt="2023-09-14T12:25:10.685" v="143" actId="478"/>
          <ac:spMkLst>
            <pc:docMk/>
            <pc:sldMk cId="2169711471" sldId="257"/>
            <ac:spMk id="1394" creationId="{261F310F-90FF-CD98-87D9-97720C7E5AFB}"/>
          </ac:spMkLst>
        </pc:spChg>
        <pc:spChg chg="del">
          <ac:chgData name="Surovi, Agnila Ghosh" userId="55d7b2db-3a0f-421b-b43f-d2cf2b85e4e0" providerId="ADAL" clId="{A1802046-DBD9-499B-9F95-5C8786E2528A}" dt="2023-09-14T12:08:56.452" v="11" actId="478"/>
          <ac:spMkLst>
            <pc:docMk/>
            <pc:sldMk cId="2169711471" sldId="257"/>
            <ac:spMk id="1400" creationId="{6618EA60-2566-DC46-6BC6-278810E4C520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04" creationId="{432BE313-E01E-71FD-005B-DDA543DDEADC}"/>
          </ac:spMkLst>
        </pc:spChg>
        <pc:spChg chg="mod">
          <ac:chgData name="Surovi, Agnila Ghosh" userId="55d7b2db-3a0f-421b-b43f-d2cf2b85e4e0" providerId="ADAL" clId="{A1802046-DBD9-499B-9F95-5C8786E2528A}" dt="2023-09-14T12:08:45.002" v="8" actId="6549"/>
          <ac:spMkLst>
            <pc:docMk/>
            <pc:sldMk cId="2169711471" sldId="257"/>
            <ac:spMk id="1409" creationId="{82C851D2-17B1-63B0-9CCA-74E66764F95F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12" creationId="{F940B41B-4A6C-B587-820B-216B973DF295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13" creationId="{E4AB8B59-9E24-C625-6831-076FA2526796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17" creationId="{C3BDB7B6-6461-4A77-5FDD-508922CF981F}"/>
          </ac:spMkLst>
        </pc:spChg>
        <pc:spChg chg="del">
          <ac:chgData name="Surovi, Agnila Ghosh" userId="55d7b2db-3a0f-421b-b43f-d2cf2b85e4e0" providerId="ADAL" clId="{A1802046-DBD9-499B-9F95-5C8786E2528A}" dt="2023-09-14T12:08:56.452" v="11" actId="478"/>
          <ac:spMkLst>
            <pc:docMk/>
            <pc:sldMk cId="2169711471" sldId="257"/>
            <ac:spMk id="1422" creationId="{304A2032-366D-8B19-08BE-C89B7665011D}"/>
          </ac:spMkLst>
        </pc:spChg>
        <pc:spChg chg="del">
          <ac:chgData name="Surovi, Agnila Ghosh" userId="55d7b2db-3a0f-421b-b43f-d2cf2b85e4e0" providerId="ADAL" clId="{A1802046-DBD9-499B-9F95-5C8786E2528A}" dt="2023-09-14T12:08:56.452" v="11" actId="478"/>
          <ac:spMkLst>
            <pc:docMk/>
            <pc:sldMk cId="2169711471" sldId="257"/>
            <ac:spMk id="1441" creationId="{D165F359-5B95-2770-319C-B59465FDDB4D}"/>
          </ac:spMkLst>
        </pc:spChg>
        <pc:spChg chg="del">
          <ac:chgData name="Surovi, Agnila Ghosh" userId="55d7b2db-3a0f-421b-b43f-d2cf2b85e4e0" providerId="ADAL" clId="{A1802046-DBD9-499B-9F95-5C8786E2528A}" dt="2023-09-14T12:08:56.452" v="11" actId="478"/>
          <ac:spMkLst>
            <pc:docMk/>
            <pc:sldMk cId="2169711471" sldId="257"/>
            <ac:spMk id="1452" creationId="{A3E92878-394B-8F6F-82FF-6B4C424EEC6E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61" creationId="{5A0EB2C2-9865-B444-DC10-6B2BE96953DE}"/>
          </ac:spMkLst>
        </pc:spChg>
        <pc:spChg chg="del">
          <ac:chgData name="Surovi, Agnila Ghosh" userId="55d7b2db-3a0f-421b-b43f-d2cf2b85e4e0" providerId="ADAL" clId="{A1802046-DBD9-499B-9F95-5C8786E2528A}" dt="2023-09-14T12:08:56.452" v="11" actId="478"/>
          <ac:spMkLst>
            <pc:docMk/>
            <pc:sldMk cId="2169711471" sldId="257"/>
            <ac:spMk id="1471" creationId="{B9A1BAC0-5740-EE6F-7ADC-3181F766D5D5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72" creationId="{9560590A-43B5-EC53-43C6-03A20DA4BA01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73" creationId="{80E8606C-AF21-E6D9-E4D7-71495EAC44BF}"/>
          </ac:spMkLst>
        </pc:spChg>
        <pc:spChg chg="del">
          <ac:chgData name="Surovi, Agnila Ghosh" userId="55d7b2db-3a0f-421b-b43f-d2cf2b85e4e0" providerId="ADAL" clId="{A1802046-DBD9-499B-9F95-5C8786E2528A}" dt="2023-09-14T12:08:56.452" v="11" actId="478"/>
          <ac:spMkLst>
            <pc:docMk/>
            <pc:sldMk cId="2169711471" sldId="257"/>
            <ac:spMk id="1474" creationId="{07A99F72-31E1-800B-976A-8A3F6F5F5857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75" creationId="{24764F29-89DC-1F1B-225B-9E6A83D3C60E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82" creationId="{AE856FAA-5F33-5455-474D-578C5E1B77EA}"/>
          </ac:spMkLst>
        </pc:spChg>
        <pc:spChg chg="del">
          <ac:chgData name="Surovi, Agnila Ghosh" userId="55d7b2db-3a0f-421b-b43f-d2cf2b85e4e0" providerId="ADAL" clId="{A1802046-DBD9-499B-9F95-5C8786E2528A}" dt="2023-09-14T12:08:51.015" v="10" actId="478"/>
          <ac:spMkLst>
            <pc:docMk/>
            <pc:sldMk cId="2169711471" sldId="257"/>
            <ac:spMk id="1483" creationId="{F1223E81-1328-5CFD-ED14-E51AA8C2D5CB}"/>
          </ac:spMkLst>
        </pc:spChg>
        <pc:grpChg chg="mod">
          <ac:chgData name="Surovi, Agnila Ghosh" userId="55d7b2db-3a0f-421b-b43f-d2cf2b85e4e0" providerId="ADAL" clId="{A1802046-DBD9-499B-9F95-5C8786E2528A}" dt="2023-09-14T12:10:05.541" v="16" actId="164"/>
          <ac:grpSpMkLst>
            <pc:docMk/>
            <pc:sldMk cId="2169711471" sldId="257"/>
            <ac:grpSpMk id="2" creationId="{B9AE25E2-9033-4C8C-9933-4CF1A12526CF}"/>
          </ac:grpSpMkLst>
        </pc:grpChg>
        <pc:grpChg chg="add mod">
          <ac:chgData name="Surovi, Agnila Ghosh" userId="55d7b2db-3a0f-421b-b43f-d2cf2b85e4e0" providerId="ADAL" clId="{A1802046-DBD9-499B-9F95-5C8786E2528A}" dt="2023-09-14T12:10:16.294" v="17" actId="164"/>
          <ac:grpSpMkLst>
            <pc:docMk/>
            <pc:sldMk cId="2169711471" sldId="257"/>
            <ac:grpSpMk id="5" creationId="{3E29F893-6209-6DB5-189A-C0906B3A7A63}"/>
          </ac:grpSpMkLst>
        </pc:grpChg>
        <pc:grpChg chg="add mod">
          <ac:chgData name="Surovi, Agnila Ghosh" userId="55d7b2db-3a0f-421b-b43f-d2cf2b85e4e0" providerId="ADAL" clId="{A1802046-DBD9-499B-9F95-5C8786E2528A}" dt="2023-09-14T12:16:48.481" v="89" actId="14100"/>
          <ac:grpSpMkLst>
            <pc:docMk/>
            <pc:sldMk cId="2169711471" sldId="257"/>
            <ac:grpSpMk id="6" creationId="{290781D1-5AA4-AAC6-60C9-C5CAFD5E24C0}"/>
          </ac:grpSpMkLst>
        </pc:grpChg>
        <pc:grpChg chg="del">
          <ac:chgData name="Surovi, Agnila Ghosh" userId="55d7b2db-3a0f-421b-b43f-d2cf2b85e4e0" providerId="ADAL" clId="{A1802046-DBD9-499B-9F95-5C8786E2528A}" dt="2023-09-14T12:08:43.010" v="6" actId="478"/>
          <ac:grpSpMkLst>
            <pc:docMk/>
            <pc:sldMk cId="2169711471" sldId="257"/>
            <ac:grpSpMk id="47" creationId="{4A99FD70-508A-4D8B-ADB0-647A85F34FA2}"/>
          </ac:grpSpMkLst>
        </pc:grpChg>
        <pc:grpChg chg="del">
          <ac:chgData name="Surovi, Agnila Ghosh" userId="55d7b2db-3a0f-421b-b43f-d2cf2b85e4e0" providerId="ADAL" clId="{A1802046-DBD9-499B-9F95-5C8786E2528A}" dt="2023-09-14T12:08:56.452" v="11" actId="478"/>
          <ac:grpSpMkLst>
            <pc:docMk/>
            <pc:sldMk cId="2169711471" sldId="257"/>
            <ac:grpSpMk id="64" creationId="{D8D928FA-E4FF-488B-B2DD-B143D32A4C1D}"/>
          </ac:grpSpMkLst>
        </pc:grpChg>
        <pc:grpChg chg="del">
          <ac:chgData name="Surovi, Agnila Ghosh" userId="55d7b2db-3a0f-421b-b43f-d2cf2b85e4e0" providerId="ADAL" clId="{A1802046-DBD9-499B-9F95-5C8786E2528A}" dt="2023-09-14T12:08:51.015" v="10" actId="478"/>
          <ac:grpSpMkLst>
            <pc:docMk/>
            <pc:sldMk cId="2169711471" sldId="257"/>
            <ac:grpSpMk id="65" creationId="{EF28B307-E719-F1C2-EC4D-5C21ABFE961C}"/>
          </ac:grpSpMkLst>
        </pc:grpChg>
        <pc:grpChg chg="mod">
          <ac:chgData name="Surovi, Agnila Ghosh" userId="55d7b2db-3a0f-421b-b43f-d2cf2b85e4e0" providerId="ADAL" clId="{A1802046-DBD9-499B-9F95-5C8786E2528A}" dt="2023-09-14T12:15:31.282" v="58" actId="14100"/>
          <ac:grpSpMkLst>
            <pc:docMk/>
            <pc:sldMk cId="2169711471" sldId="257"/>
            <ac:grpSpMk id="76" creationId="{123A86F6-4632-5978-88D9-E7E891EA5431}"/>
          </ac:grpSpMkLst>
        </pc:grpChg>
        <pc:grpChg chg="mod">
          <ac:chgData name="Surovi, Agnila Ghosh" userId="55d7b2db-3a0f-421b-b43f-d2cf2b85e4e0" providerId="ADAL" clId="{A1802046-DBD9-499B-9F95-5C8786E2528A}" dt="2023-09-14T12:10:16.294" v="17" actId="164"/>
          <ac:grpSpMkLst>
            <pc:docMk/>
            <pc:sldMk cId="2169711471" sldId="257"/>
            <ac:grpSpMk id="82" creationId="{CB309265-8EA6-8A64-461D-FB2A2782041E}"/>
          </ac:grpSpMkLst>
        </pc:grpChg>
        <pc:grpChg chg="del">
          <ac:chgData name="Surovi, Agnila Ghosh" userId="55d7b2db-3a0f-421b-b43f-d2cf2b85e4e0" providerId="ADAL" clId="{A1802046-DBD9-499B-9F95-5C8786E2528A}" dt="2023-09-14T12:14:12.718" v="47" actId="478"/>
          <ac:grpSpMkLst>
            <pc:docMk/>
            <pc:sldMk cId="2169711471" sldId="257"/>
            <ac:grpSpMk id="83" creationId="{2D89EA57-EB25-D3CC-C410-1354D00F2A18}"/>
          </ac:grpSpMkLst>
        </pc:grpChg>
        <pc:grpChg chg="del">
          <ac:chgData name="Surovi, Agnila Ghosh" userId="55d7b2db-3a0f-421b-b43f-d2cf2b85e4e0" providerId="ADAL" clId="{A1802046-DBD9-499B-9F95-5C8786E2528A}" dt="2023-09-14T12:14:15.358" v="48" actId="478"/>
          <ac:grpSpMkLst>
            <pc:docMk/>
            <pc:sldMk cId="2169711471" sldId="257"/>
            <ac:grpSpMk id="93" creationId="{DD021680-3254-14C6-631B-695FB04A204F}"/>
          </ac:grpSpMkLst>
        </pc:grpChg>
        <pc:grpChg chg="del topLvl">
          <ac:chgData name="Surovi, Agnila Ghosh" userId="55d7b2db-3a0f-421b-b43f-d2cf2b85e4e0" providerId="ADAL" clId="{A1802046-DBD9-499B-9F95-5C8786E2528A}" dt="2023-09-14T12:14:18.182" v="49" actId="478"/>
          <ac:grpSpMkLst>
            <pc:docMk/>
            <pc:sldMk cId="2169711471" sldId="257"/>
            <ac:grpSpMk id="95" creationId="{F77CD6BC-28D9-7823-4F09-F7030AE81140}"/>
          </ac:grpSpMkLst>
        </pc:grpChg>
        <pc:grpChg chg="del">
          <ac:chgData name="Surovi, Agnila Ghosh" userId="55d7b2db-3a0f-421b-b43f-d2cf2b85e4e0" providerId="ADAL" clId="{A1802046-DBD9-499B-9F95-5C8786E2528A}" dt="2023-09-14T12:08:51.015" v="10" actId="478"/>
          <ac:grpSpMkLst>
            <pc:docMk/>
            <pc:sldMk cId="2169711471" sldId="257"/>
            <ac:grpSpMk id="108" creationId="{A4784C6B-0799-8544-C20E-4CC6BCAABFB8}"/>
          </ac:grpSpMkLst>
        </pc:grpChg>
        <pc:grpChg chg="mod">
          <ac:chgData name="Surovi, Agnila Ghosh" userId="55d7b2db-3a0f-421b-b43f-d2cf2b85e4e0" providerId="ADAL" clId="{A1802046-DBD9-499B-9F95-5C8786E2528A}" dt="2023-09-14T12:20:18.623" v="110" actId="14100"/>
          <ac:grpSpMkLst>
            <pc:docMk/>
            <pc:sldMk cId="2169711471" sldId="257"/>
            <ac:grpSpMk id="113" creationId="{E0BDD815-C106-4633-CA60-1097E6959EC8}"/>
          </ac:grpSpMkLst>
        </pc:grpChg>
        <pc:grpChg chg="del">
          <ac:chgData name="Surovi, Agnila Ghosh" userId="55d7b2db-3a0f-421b-b43f-d2cf2b85e4e0" providerId="ADAL" clId="{A1802046-DBD9-499B-9F95-5C8786E2528A}" dt="2023-09-14T12:08:51.015" v="10" actId="478"/>
          <ac:grpSpMkLst>
            <pc:docMk/>
            <pc:sldMk cId="2169711471" sldId="257"/>
            <ac:grpSpMk id="117" creationId="{31DE12F7-6FB8-0C44-E310-988DD3922588}"/>
          </ac:grpSpMkLst>
        </pc:grpChg>
        <pc:grpChg chg="mod">
          <ac:chgData name="Surovi, Agnila Ghosh" userId="55d7b2db-3a0f-421b-b43f-d2cf2b85e4e0" providerId="ADAL" clId="{A1802046-DBD9-499B-9F95-5C8786E2528A}" dt="2023-09-14T12:20:44.261" v="113" actId="14100"/>
          <ac:grpSpMkLst>
            <pc:docMk/>
            <pc:sldMk cId="2169711471" sldId="257"/>
            <ac:grpSpMk id="186" creationId="{20F4490A-A706-44B8-A1D9-FFDC6C6F8513}"/>
          </ac:grpSpMkLst>
        </pc:grpChg>
        <pc:grpChg chg="del">
          <ac:chgData name="Surovi, Agnila Ghosh" userId="55d7b2db-3a0f-421b-b43f-d2cf2b85e4e0" providerId="ADAL" clId="{A1802046-DBD9-499B-9F95-5C8786E2528A}" dt="2023-09-14T12:08:35.717" v="5" actId="478"/>
          <ac:grpSpMkLst>
            <pc:docMk/>
            <pc:sldMk cId="2169711471" sldId="257"/>
            <ac:grpSpMk id="1317" creationId="{1F03CA98-A105-9CE7-81C1-CEFD3A148D93}"/>
          </ac:grpSpMkLst>
        </pc:grpChg>
        <pc:grpChg chg="del">
          <ac:chgData name="Surovi, Agnila Ghosh" userId="55d7b2db-3a0f-421b-b43f-d2cf2b85e4e0" providerId="ADAL" clId="{A1802046-DBD9-499B-9F95-5C8786E2528A}" dt="2023-09-14T12:14:21.236" v="51" actId="478"/>
          <ac:grpSpMkLst>
            <pc:docMk/>
            <pc:sldMk cId="2169711471" sldId="257"/>
            <ac:grpSpMk id="1324" creationId="{585B41C7-338D-717D-88F5-ADD4308A9591}"/>
          </ac:grpSpMkLst>
        </pc:grpChg>
        <pc:grpChg chg="del">
          <ac:chgData name="Surovi, Agnila Ghosh" userId="55d7b2db-3a0f-421b-b43f-d2cf2b85e4e0" providerId="ADAL" clId="{A1802046-DBD9-499B-9F95-5C8786E2528A}" dt="2023-09-14T12:11:13.724" v="24" actId="478"/>
          <ac:grpSpMkLst>
            <pc:docMk/>
            <pc:sldMk cId="2169711471" sldId="257"/>
            <ac:grpSpMk id="1329" creationId="{28CF451D-A8EC-402F-A6C8-ED6ADBBC7370}"/>
          </ac:grpSpMkLst>
        </pc:grpChg>
        <pc:grpChg chg="mod">
          <ac:chgData name="Surovi, Agnila Ghosh" userId="55d7b2db-3a0f-421b-b43f-d2cf2b85e4e0" providerId="ADAL" clId="{A1802046-DBD9-499B-9F95-5C8786E2528A}" dt="2023-09-14T12:31:36.393" v="207" actId="14100"/>
          <ac:grpSpMkLst>
            <pc:docMk/>
            <pc:sldMk cId="2169711471" sldId="257"/>
            <ac:grpSpMk id="1385" creationId="{86900145-749C-7DFE-DCB6-FF5F48AE2F91}"/>
          </ac:grpSpMkLst>
        </pc:grpChg>
        <pc:grpChg chg="del">
          <ac:chgData name="Surovi, Agnila Ghosh" userId="55d7b2db-3a0f-421b-b43f-d2cf2b85e4e0" providerId="ADAL" clId="{A1802046-DBD9-499B-9F95-5C8786E2528A}" dt="2023-09-14T12:08:51.015" v="10" actId="478"/>
          <ac:grpSpMkLst>
            <pc:docMk/>
            <pc:sldMk cId="2169711471" sldId="257"/>
            <ac:grpSpMk id="1407" creationId="{250FC90D-1DE2-C32D-A3A1-DEDF75F3A422}"/>
          </ac:grpSpMkLst>
        </pc:grpChg>
        <pc:grpChg chg="del">
          <ac:chgData name="Surovi, Agnila Ghosh" userId="55d7b2db-3a0f-421b-b43f-d2cf2b85e4e0" providerId="ADAL" clId="{A1802046-DBD9-499B-9F95-5C8786E2528A}" dt="2023-09-14T12:08:51.015" v="10" actId="478"/>
          <ac:grpSpMkLst>
            <pc:docMk/>
            <pc:sldMk cId="2169711471" sldId="257"/>
            <ac:grpSpMk id="1419" creationId="{4D8C2D2B-D6E1-73DE-20BB-E27FB967FA8E}"/>
          </ac:grpSpMkLst>
        </pc:grpChg>
        <pc:grpChg chg="del">
          <ac:chgData name="Surovi, Agnila Ghosh" userId="55d7b2db-3a0f-421b-b43f-d2cf2b85e4e0" providerId="ADAL" clId="{A1802046-DBD9-499B-9F95-5C8786E2528A}" dt="2023-09-14T12:08:51.015" v="10" actId="478"/>
          <ac:grpSpMkLst>
            <pc:docMk/>
            <pc:sldMk cId="2169711471" sldId="257"/>
            <ac:grpSpMk id="1443" creationId="{03722DE9-0BF9-58DC-836D-816B94582993}"/>
          </ac:grpSpMkLst>
        </pc:grpChg>
        <pc:graphicFrameChg chg="add del mod modGraphic">
          <ac:chgData name="Surovi, Agnila Ghosh" userId="55d7b2db-3a0f-421b-b43f-d2cf2b85e4e0" providerId="ADAL" clId="{A1802046-DBD9-499B-9F95-5C8786E2528A}" dt="2023-09-14T12:27:57.509" v="170" actId="478"/>
          <ac:graphicFrameMkLst>
            <pc:docMk/>
            <pc:sldMk cId="2169711471" sldId="257"/>
            <ac:graphicFrameMk id="7" creationId="{6BD052B0-0230-AA13-8A2C-282D7B6D9B5A}"/>
          </ac:graphicFrameMkLst>
        </pc:graphicFrameChg>
        <pc:graphicFrameChg chg="del">
          <ac:chgData name="Surovi, Agnila Ghosh" userId="55d7b2db-3a0f-421b-b43f-d2cf2b85e4e0" providerId="ADAL" clId="{A1802046-DBD9-499B-9F95-5C8786E2528A}" dt="2023-09-14T12:13:38.028" v="42" actId="478"/>
          <ac:graphicFrameMkLst>
            <pc:docMk/>
            <pc:sldMk cId="2169711471" sldId="257"/>
            <ac:graphicFrameMk id="46" creationId="{FEAD2FCA-F152-57C2-8379-C5209AA16173}"/>
          </ac:graphicFrameMkLst>
        </pc:graphicFrameChg>
        <pc:graphicFrameChg chg="del">
          <ac:chgData name="Surovi, Agnila Ghosh" userId="55d7b2db-3a0f-421b-b43f-d2cf2b85e4e0" providerId="ADAL" clId="{A1802046-DBD9-499B-9F95-5C8786E2528A}" dt="2023-09-14T12:13:31.909" v="39" actId="478"/>
          <ac:graphicFrameMkLst>
            <pc:docMk/>
            <pc:sldMk cId="2169711471" sldId="257"/>
            <ac:graphicFrameMk id="200" creationId="{0FFAF8D0-F4BF-456C-8277-02032BD55A76}"/>
          </ac:graphicFrameMkLst>
        </pc:graphicFrameChg>
        <pc:graphicFrameChg chg="del">
          <ac:chgData name="Surovi, Agnila Ghosh" userId="55d7b2db-3a0f-421b-b43f-d2cf2b85e4e0" providerId="ADAL" clId="{A1802046-DBD9-499B-9F95-5C8786E2528A}" dt="2023-09-14T12:13:33.957" v="40" actId="478"/>
          <ac:graphicFrameMkLst>
            <pc:docMk/>
            <pc:sldMk cId="2169711471" sldId="257"/>
            <ac:graphicFrameMk id="208" creationId="{ACDEB4B9-1258-43C7-831D-92A4505C4EEB}"/>
          </ac:graphicFrameMkLst>
        </pc:graphicFrameChg>
        <pc:graphicFrameChg chg="mod modGraphic">
          <ac:chgData name="Surovi, Agnila Ghosh" userId="55d7b2db-3a0f-421b-b43f-d2cf2b85e4e0" providerId="ADAL" clId="{A1802046-DBD9-499B-9F95-5C8786E2528A}" dt="2023-09-14T12:30:50.164" v="201" actId="1076"/>
          <ac:graphicFrameMkLst>
            <pc:docMk/>
            <pc:sldMk cId="2169711471" sldId="257"/>
            <ac:graphicFrameMk id="211" creationId="{5703DCF8-4E15-41CC-9C67-90084C7899B3}"/>
          </ac:graphicFrameMkLst>
        </pc:graphicFrameChg>
        <pc:graphicFrameChg chg="del">
          <ac:chgData name="Surovi, Agnila Ghosh" userId="55d7b2db-3a0f-421b-b43f-d2cf2b85e4e0" providerId="ADAL" clId="{A1802046-DBD9-499B-9F95-5C8786E2528A}" dt="2023-09-14T12:08:51.015" v="10" actId="478"/>
          <ac:graphicFrameMkLst>
            <pc:docMk/>
            <pc:sldMk cId="2169711471" sldId="257"/>
            <ac:graphicFrameMk id="1341" creationId="{EE58CC8B-68EC-45DA-121D-178B43E140EE}"/>
          </ac:graphicFrameMkLst>
        </pc:graphicFrameChg>
        <pc:graphicFrameChg chg="del">
          <ac:chgData name="Surovi, Agnila Ghosh" userId="55d7b2db-3a0f-421b-b43f-d2cf2b85e4e0" providerId="ADAL" clId="{A1802046-DBD9-499B-9F95-5C8786E2528A}" dt="2023-09-14T12:13:43.762" v="44" actId="478"/>
          <ac:graphicFrameMkLst>
            <pc:docMk/>
            <pc:sldMk cId="2169711471" sldId="257"/>
            <ac:graphicFrameMk id="1388" creationId="{0191620F-717A-173B-35CA-8B69576D08B1}"/>
          </ac:graphicFrameMkLst>
        </pc:graphicFrameChg>
        <pc:graphicFrameChg chg="del">
          <ac:chgData name="Surovi, Agnila Ghosh" userId="55d7b2db-3a0f-421b-b43f-d2cf2b85e4e0" providerId="ADAL" clId="{A1802046-DBD9-499B-9F95-5C8786E2528A}" dt="2023-09-14T12:08:51.015" v="10" actId="478"/>
          <ac:graphicFrameMkLst>
            <pc:docMk/>
            <pc:sldMk cId="2169711471" sldId="257"/>
            <ac:graphicFrameMk id="1391" creationId="{BB44E820-1D85-2721-4EEF-527D90ECA915}"/>
          </ac:graphicFrameMkLst>
        </pc:graphicFrameChg>
        <pc:graphicFrameChg chg="del mod modGraphic">
          <ac:chgData name="Surovi, Agnila Ghosh" userId="55d7b2db-3a0f-421b-b43f-d2cf2b85e4e0" providerId="ADAL" clId="{A1802046-DBD9-499B-9F95-5C8786E2528A}" dt="2023-09-14T12:23:43.711" v="131" actId="478"/>
          <ac:graphicFrameMkLst>
            <pc:docMk/>
            <pc:sldMk cId="2169711471" sldId="257"/>
            <ac:graphicFrameMk id="1393" creationId="{703A0E0B-EC16-B6C0-4DCF-638C5C776ECC}"/>
          </ac:graphicFrameMkLst>
        </pc:graphicFrameChg>
        <pc:picChg chg="del">
          <ac:chgData name="Surovi, Agnila Ghosh" userId="55d7b2db-3a0f-421b-b43f-d2cf2b85e4e0" providerId="ADAL" clId="{A1802046-DBD9-499B-9F95-5C8786E2528A}" dt="2023-09-14T12:08:46.429" v="9" actId="478"/>
          <ac:picMkLst>
            <pc:docMk/>
            <pc:sldMk cId="2169711471" sldId="257"/>
            <ac:picMk id="58" creationId="{679ABE42-E937-6845-975A-6EE04775E44C}"/>
          </ac:picMkLst>
        </pc:picChg>
        <pc:picChg chg="del">
          <ac:chgData name="Surovi, Agnila Ghosh" userId="55d7b2db-3a0f-421b-b43f-d2cf2b85e4e0" providerId="ADAL" clId="{A1802046-DBD9-499B-9F95-5C8786E2528A}" dt="2023-09-14T12:08:43.894" v="7" actId="478"/>
          <ac:picMkLst>
            <pc:docMk/>
            <pc:sldMk cId="2169711471" sldId="257"/>
            <ac:picMk id="60" creationId="{C971ECDF-5275-7453-14A6-E387099F7EAF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03" creationId="{81DE694C-510B-B0AC-E108-0C12B7E49EDE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11" creationId="{7BED60CA-75C9-1709-AE7F-5B03BCC2C3ED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22" creationId="{D4194F80-DF36-9345-57E3-96E7CF7AEC30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351" creationId="{BE6E7A73-77D8-84FA-63DD-074555BBDF2A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364" creationId="{C08F3213-5C93-50EA-92FF-AC9D5527D7AF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366" creationId="{4D1A885E-D2DF-2876-07E7-B594FE668B02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368" creationId="{4F58666F-8EBF-3D10-EAFF-CDE341A239E3}"/>
          </ac:picMkLst>
        </pc:picChg>
        <pc:picChg chg="del">
          <ac:chgData name="Surovi, Agnila Ghosh" userId="55d7b2db-3a0f-421b-b43f-d2cf2b85e4e0" providerId="ADAL" clId="{A1802046-DBD9-499B-9F95-5C8786E2528A}" dt="2023-09-14T12:08:56.452" v="11" actId="478"/>
          <ac:picMkLst>
            <pc:docMk/>
            <pc:sldMk cId="2169711471" sldId="257"/>
            <ac:picMk id="1370" creationId="{A9502000-EE18-10BB-2577-814962F2394E}"/>
          </ac:picMkLst>
        </pc:picChg>
        <pc:picChg chg="del">
          <ac:chgData name="Surovi, Agnila Ghosh" userId="55d7b2db-3a0f-421b-b43f-d2cf2b85e4e0" providerId="ADAL" clId="{A1802046-DBD9-499B-9F95-5C8786E2528A}" dt="2023-09-14T12:08:51.015" v="10" actId="478"/>
          <ac:picMkLst>
            <pc:docMk/>
            <pc:sldMk cId="2169711471" sldId="257"/>
            <ac:picMk id="1371" creationId="{A2A166E5-C7DB-DFD6-0079-5143C42CDE1E}"/>
          </ac:picMkLst>
        </pc:picChg>
        <pc:picChg chg="del">
          <ac:chgData name="Surovi, Agnila Ghosh" userId="55d7b2db-3a0f-421b-b43f-d2cf2b85e4e0" providerId="ADAL" clId="{A1802046-DBD9-499B-9F95-5C8786E2528A}" dt="2023-09-14T12:08:56.452" v="11" actId="478"/>
          <ac:picMkLst>
            <pc:docMk/>
            <pc:sldMk cId="2169711471" sldId="257"/>
            <ac:picMk id="1401" creationId="{75C1AE3D-B0BC-F020-4108-6FC0075C254F}"/>
          </ac:picMkLst>
        </pc:picChg>
        <pc:cxnChg chg="mod">
          <ac:chgData name="Surovi, Agnila Ghosh" userId="55d7b2db-3a0f-421b-b43f-d2cf2b85e4e0" providerId="ADAL" clId="{A1802046-DBD9-499B-9F95-5C8786E2528A}" dt="2023-09-14T12:24:55.799" v="140" actId="1582"/>
          <ac:cxnSpMkLst>
            <pc:docMk/>
            <pc:sldMk cId="2169711471" sldId="257"/>
            <ac:cxnSpMk id="12" creationId="{7C835264-3D18-1667-EAE7-C140110E3F5C}"/>
          </ac:cxnSpMkLst>
        </pc:cxnChg>
        <pc:cxnChg chg="mod">
          <ac:chgData name="Surovi, Agnila Ghosh" userId="55d7b2db-3a0f-421b-b43f-d2cf2b85e4e0" providerId="ADAL" clId="{A1802046-DBD9-499B-9F95-5C8786E2528A}" dt="2023-09-14T12:24:15.953" v="134" actId="1582"/>
          <ac:cxnSpMkLst>
            <pc:docMk/>
            <pc:sldMk cId="2169711471" sldId="257"/>
            <ac:cxnSpMk id="29" creationId="{B83162B0-C394-9B27-65C6-F20336ACDBD6}"/>
          </ac:cxnSpMkLst>
        </pc:cxnChg>
        <pc:cxnChg chg="del">
          <ac:chgData name="Surovi, Agnila Ghosh" userId="55d7b2db-3a0f-421b-b43f-d2cf2b85e4e0" providerId="ADAL" clId="{A1802046-DBD9-499B-9F95-5C8786E2528A}" dt="2023-09-14T12:08:51.015" v="10" actId="478"/>
          <ac:cxnSpMkLst>
            <pc:docMk/>
            <pc:sldMk cId="2169711471" sldId="257"/>
            <ac:cxnSpMk id="32" creationId="{EDC0D499-BA5A-D8DA-EBBF-A32D072B353E}"/>
          </ac:cxnSpMkLst>
        </pc:cxnChg>
        <pc:cxnChg chg="mod">
          <ac:chgData name="Surovi, Agnila Ghosh" userId="55d7b2db-3a0f-421b-b43f-d2cf2b85e4e0" providerId="ADAL" clId="{A1802046-DBD9-499B-9F95-5C8786E2528A}" dt="2023-09-14T12:32:01.886" v="210" actId="1582"/>
          <ac:cxnSpMkLst>
            <pc:docMk/>
            <pc:sldMk cId="2169711471" sldId="257"/>
            <ac:cxnSpMk id="36" creationId="{88CCB255-B0CD-1BA7-792F-88F4CD3A074F}"/>
          </ac:cxnSpMkLst>
        </pc:cxnChg>
        <pc:cxnChg chg="mod">
          <ac:chgData name="Surovi, Agnila Ghosh" userId="55d7b2db-3a0f-421b-b43f-d2cf2b85e4e0" providerId="ADAL" clId="{A1802046-DBD9-499B-9F95-5C8786E2528A}" dt="2023-09-14T12:31:49.216" v="208" actId="1582"/>
          <ac:cxnSpMkLst>
            <pc:docMk/>
            <pc:sldMk cId="2169711471" sldId="257"/>
            <ac:cxnSpMk id="41" creationId="{4A36CD6F-19DB-FB61-C8DC-5FD7D5BA9640}"/>
          </ac:cxnSpMkLst>
        </pc:cxnChg>
        <pc:cxnChg chg="mod">
          <ac:chgData name="Surovi, Agnila Ghosh" userId="55d7b2db-3a0f-421b-b43f-d2cf2b85e4e0" providerId="ADAL" clId="{A1802046-DBD9-499B-9F95-5C8786E2528A}" dt="2023-09-14T12:31:55.846" v="209" actId="1582"/>
          <ac:cxnSpMkLst>
            <pc:docMk/>
            <pc:sldMk cId="2169711471" sldId="257"/>
            <ac:cxnSpMk id="44" creationId="{A87E0C24-BAB8-B4CF-2167-AE36AAD43CEA}"/>
          </ac:cxnSpMkLst>
        </pc:cxnChg>
        <pc:cxnChg chg="add mod">
          <ac:chgData name="Surovi, Agnila Ghosh" userId="55d7b2db-3a0f-421b-b43f-d2cf2b85e4e0" providerId="ADAL" clId="{A1802046-DBD9-499B-9F95-5C8786E2528A}" dt="2023-09-14T12:34:09.067" v="288" actId="1582"/>
          <ac:cxnSpMkLst>
            <pc:docMk/>
            <pc:sldMk cId="2169711471" sldId="257"/>
            <ac:cxnSpMk id="51" creationId="{B2A6296C-F4FD-8E2B-5E04-C1B3AD4B4CCC}"/>
          </ac:cxnSpMkLst>
        </pc:cxnChg>
        <pc:cxnChg chg="mod">
          <ac:chgData name="Surovi, Agnila Ghosh" userId="55d7b2db-3a0f-421b-b43f-d2cf2b85e4e0" providerId="ADAL" clId="{A1802046-DBD9-499B-9F95-5C8786E2528A}" dt="2023-09-14T12:32:08.725" v="211" actId="1582"/>
          <ac:cxnSpMkLst>
            <pc:docMk/>
            <pc:sldMk cId="2169711471" sldId="257"/>
            <ac:cxnSpMk id="52" creationId="{C03B89A9-60D8-ABD5-9A09-196722EBB00E}"/>
          </ac:cxnSpMkLst>
        </pc:cxnChg>
        <pc:cxnChg chg="add mod">
          <ac:chgData name="Surovi, Agnila Ghosh" userId="55d7b2db-3a0f-421b-b43f-d2cf2b85e4e0" providerId="ADAL" clId="{A1802046-DBD9-499B-9F95-5C8786E2528A}" dt="2023-09-14T12:34:31.935" v="291" actId="1582"/>
          <ac:cxnSpMkLst>
            <pc:docMk/>
            <pc:sldMk cId="2169711471" sldId="257"/>
            <ac:cxnSpMk id="54" creationId="{C9C17987-92B4-0970-DFB3-B90EACC623E1}"/>
          </ac:cxnSpMkLst>
        </pc:cxnChg>
        <pc:cxnChg chg="add mod">
          <ac:chgData name="Surovi, Agnila Ghosh" userId="55d7b2db-3a0f-421b-b43f-d2cf2b85e4e0" providerId="ADAL" clId="{A1802046-DBD9-499B-9F95-5C8786E2528A}" dt="2023-09-14T12:34:47.241" v="294" actId="1582"/>
          <ac:cxnSpMkLst>
            <pc:docMk/>
            <pc:sldMk cId="2169711471" sldId="257"/>
            <ac:cxnSpMk id="57" creationId="{C3247193-8ECC-8ED8-0ACD-ACF45C75B051}"/>
          </ac:cxnSpMkLst>
        </pc:cxnChg>
        <pc:cxnChg chg="del">
          <ac:chgData name="Surovi, Agnila Ghosh" userId="55d7b2db-3a0f-421b-b43f-d2cf2b85e4e0" providerId="ADAL" clId="{A1802046-DBD9-499B-9F95-5C8786E2528A}" dt="2023-09-14T12:08:51.015" v="10" actId="478"/>
          <ac:cxnSpMkLst>
            <pc:docMk/>
            <pc:sldMk cId="2169711471" sldId="257"/>
            <ac:cxnSpMk id="89" creationId="{729E1C9E-F02C-E7EE-92FC-9B57CE3C6B7E}"/>
          </ac:cxnSpMkLst>
        </pc:cxnChg>
        <pc:cxnChg chg="del">
          <ac:chgData name="Surovi, Agnila Ghosh" userId="55d7b2db-3a0f-421b-b43f-d2cf2b85e4e0" providerId="ADAL" clId="{A1802046-DBD9-499B-9F95-5C8786E2528A}" dt="2023-09-14T12:08:51.015" v="10" actId="478"/>
          <ac:cxnSpMkLst>
            <pc:docMk/>
            <pc:sldMk cId="2169711471" sldId="257"/>
            <ac:cxnSpMk id="92" creationId="{34ADC2A5-6254-A132-3375-E3769C23FEA5}"/>
          </ac:cxnSpMkLst>
        </pc:cxnChg>
        <pc:cxnChg chg="mod">
          <ac:chgData name="Surovi, Agnila Ghosh" userId="55d7b2db-3a0f-421b-b43f-d2cf2b85e4e0" providerId="ADAL" clId="{A1802046-DBD9-499B-9F95-5C8786E2528A}" dt="2023-09-14T12:08:51.015" v="10" actId="478"/>
          <ac:cxnSpMkLst>
            <pc:docMk/>
            <pc:sldMk cId="2169711471" sldId="257"/>
            <ac:cxnSpMk id="102" creationId="{BE80E2D1-BED2-104A-1CA2-A174E007D7F6}"/>
          </ac:cxnSpMkLst>
        </pc:cxnChg>
        <pc:cxnChg chg="mod">
          <ac:chgData name="Surovi, Agnila Ghosh" userId="55d7b2db-3a0f-421b-b43f-d2cf2b85e4e0" providerId="ADAL" clId="{A1802046-DBD9-499B-9F95-5C8786E2528A}" dt="2023-09-14T12:08:51.015" v="10" actId="478"/>
          <ac:cxnSpMkLst>
            <pc:docMk/>
            <pc:sldMk cId="2169711471" sldId="257"/>
            <ac:cxnSpMk id="120" creationId="{CA74279A-0BE2-6D46-A693-3F3D7012BE64}"/>
          </ac:cxnSpMkLst>
        </pc:cxnChg>
        <pc:cxnChg chg="mod">
          <ac:chgData name="Surovi, Agnila Ghosh" userId="55d7b2db-3a0f-421b-b43f-d2cf2b85e4e0" providerId="ADAL" clId="{A1802046-DBD9-499B-9F95-5C8786E2528A}" dt="2023-09-14T12:08:43.010" v="6" actId="478"/>
          <ac:cxnSpMkLst>
            <pc:docMk/>
            <pc:sldMk cId="2169711471" sldId="257"/>
            <ac:cxnSpMk id="1344" creationId="{1C7007B5-8AFC-E836-F68E-C898E80C9396}"/>
          </ac:cxnSpMkLst>
        </pc:cxnChg>
        <pc:cxnChg chg="mod">
          <ac:chgData name="Surovi, Agnila Ghosh" userId="55d7b2db-3a0f-421b-b43f-d2cf2b85e4e0" providerId="ADAL" clId="{A1802046-DBD9-499B-9F95-5C8786E2528A}" dt="2023-09-14T12:08:43.010" v="6" actId="478"/>
          <ac:cxnSpMkLst>
            <pc:docMk/>
            <pc:sldMk cId="2169711471" sldId="257"/>
            <ac:cxnSpMk id="1386" creationId="{82715725-48A0-C4A4-867C-63E5FF865C30}"/>
          </ac:cxnSpMkLst>
        </pc:cxnChg>
      </pc:sldChg>
      <pc:sldChg chg="add del">
        <pc:chgData name="Surovi, Agnila Ghosh" userId="55d7b2db-3a0f-421b-b43f-d2cf2b85e4e0" providerId="ADAL" clId="{A1802046-DBD9-499B-9F95-5C8786E2528A}" dt="2023-09-14T12:07:26.064" v="1" actId="47"/>
        <pc:sldMkLst>
          <pc:docMk/>
          <pc:sldMk cId="2300541153" sldId="25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615D6A-59E9-4AD5-A528-F44E1F305E3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9633EE-7CCE-4655-B163-D5DE0865BE18}">
      <dgm:prSet phldrT="[Text]" custT="1"/>
      <dgm:spPr>
        <a:noFill/>
        <a:ln w="19050">
          <a:solidFill>
            <a:schemeClr val="tx1"/>
          </a:solidFill>
        </a:ln>
      </dgm:spPr>
      <dgm:t>
        <a:bodyPr/>
        <a:lstStyle/>
        <a:p>
          <a:r>
            <a: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Modeling Geometry</a:t>
          </a:r>
        </a:p>
      </dgm:t>
    </dgm:pt>
    <dgm:pt modelId="{526BCE30-0FAA-461D-A9E9-E32E4D94004F}" type="parTrans" cxnId="{616C5808-E91F-431C-AA29-8A3CC0D266A9}">
      <dgm:prSet/>
      <dgm:spPr/>
      <dgm:t>
        <a:bodyPr/>
        <a:lstStyle/>
        <a:p>
          <a:endParaRPr lang="en-US" sz="1000"/>
        </a:p>
      </dgm:t>
    </dgm:pt>
    <dgm:pt modelId="{7A55B435-5017-44A3-9EAB-4478E59C736C}" type="sibTrans" cxnId="{616C5808-E91F-431C-AA29-8A3CC0D266A9}">
      <dgm:prSet custT="1"/>
      <dgm:spPr>
        <a:noFill/>
        <a:ln w="28575">
          <a:solidFill>
            <a:schemeClr val="tx1"/>
          </a:solidFill>
        </a:ln>
      </dgm:spPr>
      <dgm:t>
        <a:bodyPr/>
        <a:lstStyle/>
        <a:p>
          <a:endParaRPr lang="en-US" sz="1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8F6FA0-6DF6-4C25-9D36-426D09A467A9}">
      <dgm:prSet phldrT="[Text]" custT="1"/>
      <dgm:spPr>
        <a:noFill/>
        <a:ln w="19050">
          <a:solidFill>
            <a:schemeClr val="tx1"/>
          </a:solidFill>
        </a:ln>
      </dgm:spPr>
      <dgm:t>
        <a:bodyPr/>
        <a:lstStyle/>
        <a:p>
          <a:r>
            <a: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Material Properties</a:t>
          </a:r>
        </a:p>
      </dgm:t>
    </dgm:pt>
    <dgm:pt modelId="{0668E32B-A339-47E0-AA93-3FD2AD039E1E}" type="parTrans" cxnId="{C1FB1B6D-1E79-4AA7-869E-FABAD40A365F}">
      <dgm:prSet/>
      <dgm:spPr/>
      <dgm:t>
        <a:bodyPr/>
        <a:lstStyle/>
        <a:p>
          <a:endParaRPr lang="en-US" sz="1000"/>
        </a:p>
      </dgm:t>
    </dgm:pt>
    <dgm:pt modelId="{CC4134F1-D434-4BC5-B526-CF5FD6D49E56}" type="sibTrans" cxnId="{C1FB1B6D-1E79-4AA7-869E-FABAD40A365F}">
      <dgm:prSet custT="1"/>
      <dgm:spPr>
        <a:noFill/>
        <a:ln w="28575">
          <a:solidFill>
            <a:schemeClr val="tx1"/>
          </a:solidFill>
        </a:ln>
      </dgm:spPr>
      <dgm:t>
        <a:bodyPr/>
        <a:lstStyle/>
        <a:p>
          <a:endParaRPr lang="en-US" sz="1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1401E5-A11E-463A-8906-14D6E0D391BB}">
      <dgm:prSet phldrT="[Text]" custT="1"/>
      <dgm:spPr>
        <a:noFill/>
        <a:ln w="19050">
          <a:solidFill>
            <a:schemeClr val="tx1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Boundary Conditions</a:t>
          </a:r>
        </a:p>
      </dgm:t>
    </dgm:pt>
    <dgm:pt modelId="{247F125C-45BF-4507-958F-A2100C8ACEE5}" type="parTrans" cxnId="{9A0E63A7-B256-4250-B582-54B725EDD056}">
      <dgm:prSet/>
      <dgm:spPr/>
      <dgm:t>
        <a:bodyPr/>
        <a:lstStyle/>
        <a:p>
          <a:endParaRPr lang="en-US" sz="1000"/>
        </a:p>
      </dgm:t>
    </dgm:pt>
    <dgm:pt modelId="{0C6ECB92-AA09-4C4F-A3BE-988F3D809E5F}" type="sibTrans" cxnId="{9A0E63A7-B256-4250-B582-54B725EDD056}">
      <dgm:prSet custT="1"/>
      <dgm:spPr>
        <a:noFill/>
        <a:ln w="28575">
          <a:solidFill>
            <a:schemeClr val="tx1"/>
          </a:solidFill>
        </a:ln>
      </dgm:spPr>
      <dgm:t>
        <a:bodyPr/>
        <a:lstStyle/>
        <a:p>
          <a:endParaRPr lang="en-US" sz="1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E3E22E-A11B-4237-8D99-3A3CE4A5BA40}">
      <dgm:prSet phldrT="[Text]" custT="1"/>
      <dgm:spPr>
        <a:noFill/>
        <a:ln w="19050">
          <a:solidFill>
            <a:schemeClr val="tx1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Job Submission and Result Visualization</a:t>
          </a:r>
        </a:p>
      </dgm:t>
    </dgm:pt>
    <dgm:pt modelId="{0B690F54-4BD0-4B5B-A82E-92CB4E21941B}" type="parTrans" cxnId="{CE1DEBEE-D78C-40B5-8BD7-31C0A7BCE1EF}">
      <dgm:prSet/>
      <dgm:spPr/>
      <dgm:t>
        <a:bodyPr/>
        <a:lstStyle/>
        <a:p>
          <a:endParaRPr lang="en-US" sz="1000"/>
        </a:p>
      </dgm:t>
    </dgm:pt>
    <dgm:pt modelId="{0AA39E3F-E89E-479A-9EF1-18094A25B2F2}" type="sibTrans" cxnId="{CE1DEBEE-D78C-40B5-8BD7-31C0A7BCE1EF}">
      <dgm:prSet/>
      <dgm:spPr/>
      <dgm:t>
        <a:bodyPr/>
        <a:lstStyle/>
        <a:p>
          <a:endParaRPr lang="en-US" sz="1000"/>
        </a:p>
      </dgm:t>
    </dgm:pt>
    <dgm:pt modelId="{A23174B8-F2DF-49DC-8B77-E3BF2B6A61AB}">
      <dgm:prSet phldrT="[Text]" custT="1"/>
      <dgm:spPr>
        <a:noFill/>
        <a:ln w="19050">
          <a:solidFill>
            <a:schemeClr val="tx1"/>
          </a:solidFill>
        </a:ln>
      </dgm:spPr>
      <dgm:t>
        <a:bodyPr/>
        <a:lstStyle/>
        <a:p>
          <a:r>
            <a: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Mesh</a:t>
          </a:r>
        </a:p>
      </dgm:t>
    </dgm:pt>
    <dgm:pt modelId="{CFA35035-5BC9-4B34-8270-D5B16A6ADDA0}" type="parTrans" cxnId="{96E06B64-64FE-4640-B7BE-718B6733E4D2}">
      <dgm:prSet/>
      <dgm:spPr/>
      <dgm:t>
        <a:bodyPr/>
        <a:lstStyle/>
        <a:p>
          <a:endParaRPr lang="en-US"/>
        </a:p>
      </dgm:t>
    </dgm:pt>
    <dgm:pt modelId="{D02E1847-4ABB-43A3-BB67-FDA6E598641F}" type="sibTrans" cxnId="{96E06B64-64FE-4640-B7BE-718B6733E4D2}">
      <dgm:prSet/>
      <dgm:spPr>
        <a:noFill/>
        <a:ln w="28575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AC14E1B7-537B-4F69-A01E-2324ED22834A}" type="pres">
      <dgm:prSet presAssocID="{EA615D6A-59E9-4AD5-A528-F44E1F305E37}" presName="linearFlow" presStyleCnt="0">
        <dgm:presLayoutVars>
          <dgm:resizeHandles val="exact"/>
        </dgm:presLayoutVars>
      </dgm:prSet>
      <dgm:spPr/>
    </dgm:pt>
    <dgm:pt modelId="{93ACCE6B-C28F-4B87-91ED-8C9EEE72FF06}" type="pres">
      <dgm:prSet presAssocID="{F79633EE-7CCE-4655-B163-D5DE0865BE18}" presName="node" presStyleLbl="node1" presStyleIdx="0" presStyleCnt="5" custScaleX="115162" custScaleY="122571">
        <dgm:presLayoutVars>
          <dgm:bulletEnabled val="1"/>
        </dgm:presLayoutVars>
      </dgm:prSet>
      <dgm:spPr/>
    </dgm:pt>
    <dgm:pt modelId="{56AF4822-E1B1-4CB1-8A60-83C0C8F7E391}" type="pres">
      <dgm:prSet presAssocID="{7A55B435-5017-44A3-9EAB-4478E59C736C}" presName="sibTrans" presStyleLbl="sibTrans2D1" presStyleIdx="0" presStyleCnt="4"/>
      <dgm:spPr/>
    </dgm:pt>
    <dgm:pt modelId="{54E28D21-C285-4BA9-89CD-63814F23E243}" type="pres">
      <dgm:prSet presAssocID="{7A55B435-5017-44A3-9EAB-4478E59C736C}" presName="connectorText" presStyleLbl="sibTrans2D1" presStyleIdx="0" presStyleCnt="4"/>
      <dgm:spPr/>
    </dgm:pt>
    <dgm:pt modelId="{C34643B2-E195-4362-9B9F-421E69D53F66}" type="pres">
      <dgm:prSet presAssocID="{A23174B8-F2DF-49DC-8B77-E3BF2B6A61AB}" presName="node" presStyleLbl="node1" presStyleIdx="1" presStyleCnt="5" custScaleX="115162" custScaleY="67119">
        <dgm:presLayoutVars>
          <dgm:bulletEnabled val="1"/>
        </dgm:presLayoutVars>
      </dgm:prSet>
      <dgm:spPr/>
    </dgm:pt>
    <dgm:pt modelId="{6B42FDB6-85B8-40B8-9F53-95D77F93137F}" type="pres">
      <dgm:prSet presAssocID="{D02E1847-4ABB-43A3-BB67-FDA6E598641F}" presName="sibTrans" presStyleLbl="sibTrans2D1" presStyleIdx="1" presStyleCnt="4"/>
      <dgm:spPr/>
    </dgm:pt>
    <dgm:pt modelId="{637607BF-8E8E-4AA0-8231-D91367AD63C7}" type="pres">
      <dgm:prSet presAssocID="{D02E1847-4ABB-43A3-BB67-FDA6E598641F}" presName="connectorText" presStyleLbl="sibTrans2D1" presStyleIdx="1" presStyleCnt="4"/>
      <dgm:spPr/>
    </dgm:pt>
    <dgm:pt modelId="{96EF52BF-0C80-4A87-8478-08ABF8CA8062}" type="pres">
      <dgm:prSet presAssocID="{718F6FA0-6DF6-4C25-9D36-426D09A467A9}" presName="node" presStyleLbl="node1" presStyleIdx="2" presStyleCnt="5" custScaleX="115162" custScaleY="133298">
        <dgm:presLayoutVars>
          <dgm:bulletEnabled val="1"/>
        </dgm:presLayoutVars>
      </dgm:prSet>
      <dgm:spPr/>
    </dgm:pt>
    <dgm:pt modelId="{BCBB41ED-6F45-4829-8DF3-DF1E2506C92F}" type="pres">
      <dgm:prSet presAssocID="{CC4134F1-D434-4BC5-B526-CF5FD6D49E56}" presName="sibTrans" presStyleLbl="sibTrans2D1" presStyleIdx="2" presStyleCnt="4"/>
      <dgm:spPr/>
    </dgm:pt>
    <dgm:pt modelId="{5DB7E380-9FDF-4C50-A813-8F5E21B50702}" type="pres">
      <dgm:prSet presAssocID="{CC4134F1-D434-4BC5-B526-CF5FD6D49E56}" presName="connectorText" presStyleLbl="sibTrans2D1" presStyleIdx="2" presStyleCnt="4"/>
      <dgm:spPr/>
    </dgm:pt>
    <dgm:pt modelId="{AA1F1348-6B83-44FD-A488-7FB7BAFFB1A8}" type="pres">
      <dgm:prSet presAssocID="{0E1401E5-A11E-463A-8906-14D6E0D391BB}" presName="node" presStyleLbl="node1" presStyleIdx="3" presStyleCnt="5" custScaleX="112970" custScaleY="140425">
        <dgm:presLayoutVars>
          <dgm:bulletEnabled val="1"/>
        </dgm:presLayoutVars>
      </dgm:prSet>
      <dgm:spPr/>
    </dgm:pt>
    <dgm:pt modelId="{235F8877-B038-4DDD-A7B1-B624D427CF14}" type="pres">
      <dgm:prSet presAssocID="{0C6ECB92-AA09-4C4F-A3BE-988F3D809E5F}" presName="sibTrans" presStyleLbl="sibTrans2D1" presStyleIdx="3" presStyleCnt="4"/>
      <dgm:spPr/>
    </dgm:pt>
    <dgm:pt modelId="{A85ABBC5-EA49-4EAF-815B-539479BCFA47}" type="pres">
      <dgm:prSet presAssocID="{0C6ECB92-AA09-4C4F-A3BE-988F3D809E5F}" presName="connectorText" presStyleLbl="sibTrans2D1" presStyleIdx="3" presStyleCnt="4"/>
      <dgm:spPr/>
    </dgm:pt>
    <dgm:pt modelId="{FCA6D2D8-0267-4BE8-B3A3-DB20F5199200}" type="pres">
      <dgm:prSet presAssocID="{3BE3E22E-A11B-4237-8D99-3A3CE4A5BA40}" presName="node" presStyleLbl="node1" presStyleIdx="4" presStyleCnt="5" custScaleX="113711" custScaleY="195221">
        <dgm:presLayoutVars>
          <dgm:bulletEnabled val="1"/>
        </dgm:presLayoutVars>
      </dgm:prSet>
      <dgm:spPr/>
    </dgm:pt>
  </dgm:ptLst>
  <dgm:cxnLst>
    <dgm:cxn modelId="{616C5808-E91F-431C-AA29-8A3CC0D266A9}" srcId="{EA615D6A-59E9-4AD5-A528-F44E1F305E37}" destId="{F79633EE-7CCE-4655-B163-D5DE0865BE18}" srcOrd="0" destOrd="0" parTransId="{526BCE30-0FAA-461D-A9E9-E32E4D94004F}" sibTransId="{7A55B435-5017-44A3-9EAB-4478E59C736C}"/>
    <dgm:cxn modelId="{F6F1280D-C724-4AA5-AF0A-300B39C604E6}" type="presOf" srcId="{D02E1847-4ABB-43A3-BB67-FDA6E598641F}" destId="{637607BF-8E8E-4AA0-8231-D91367AD63C7}" srcOrd="1" destOrd="0" presId="urn:microsoft.com/office/officeart/2005/8/layout/process2"/>
    <dgm:cxn modelId="{29A1FD0E-1198-46C2-9CAB-917BB06E9AE6}" type="presOf" srcId="{EA615D6A-59E9-4AD5-A528-F44E1F305E37}" destId="{AC14E1B7-537B-4F69-A01E-2324ED22834A}" srcOrd="0" destOrd="0" presId="urn:microsoft.com/office/officeart/2005/8/layout/process2"/>
    <dgm:cxn modelId="{27DE5822-D9FD-459A-BCE6-13AF0A1F34D9}" type="presOf" srcId="{0C6ECB92-AA09-4C4F-A3BE-988F3D809E5F}" destId="{235F8877-B038-4DDD-A7B1-B624D427CF14}" srcOrd="0" destOrd="0" presId="urn:microsoft.com/office/officeart/2005/8/layout/process2"/>
    <dgm:cxn modelId="{3EE90E5E-CB2B-48C1-BD3D-6DF9B89C75D2}" type="presOf" srcId="{3BE3E22E-A11B-4237-8D99-3A3CE4A5BA40}" destId="{FCA6D2D8-0267-4BE8-B3A3-DB20F5199200}" srcOrd="0" destOrd="0" presId="urn:microsoft.com/office/officeart/2005/8/layout/process2"/>
    <dgm:cxn modelId="{D9B00C5F-C98B-46A2-AFAB-2FF61F566344}" type="presOf" srcId="{718F6FA0-6DF6-4C25-9D36-426D09A467A9}" destId="{96EF52BF-0C80-4A87-8478-08ABF8CA8062}" srcOrd="0" destOrd="0" presId="urn:microsoft.com/office/officeart/2005/8/layout/process2"/>
    <dgm:cxn modelId="{11014043-64A7-4BDF-8280-C69566D767D2}" type="presOf" srcId="{7A55B435-5017-44A3-9EAB-4478E59C736C}" destId="{54E28D21-C285-4BA9-89CD-63814F23E243}" srcOrd="1" destOrd="0" presId="urn:microsoft.com/office/officeart/2005/8/layout/process2"/>
    <dgm:cxn modelId="{96E06B64-64FE-4640-B7BE-718B6733E4D2}" srcId="{EA615D6A-59E9-4AD5-A528-F44E1F305E37}" destId="{A23174B8-F2DF-49DC-8B77-E3BF2B6A61AB}" srcOrd="1" destOrd="0" parTransId="{CFA35035-5BC9-4B34-8270-D5B16A6ADDA0}" sibTransId="{D02E1847-4ABB-43A3-BB67-FDA6E598641F}"/>
    <dgm:cxn modelId="{2E394F64-0A4C-4B77-94AF-371370886E5E}" type="presOf" srcId="{CC4134F1-D434-4BC5-B526-CF5FD6D49E56}" destId="{5DB7E380-9FDF-4C50-A813-8F5E21B50702}" srcOrd="1" destOrd="0" presId="urn:microsoft.com/office/officeart/2005/8/layout/process2"/>
    <dgm:cxn modelId="{6DCD6C69-1CDC-488E-BA32-A121A18A82DB}" type="presOf" srcId="{7A55B435-5017-44A3-9EAB-4478E59C736C}" destId="{56AF4822-E1B1-4CB1-8A60-83C0C8F7E391}" srcOrd="0" destOrd="0" presId="urn:microsoft.com/office/officeart/2005/8/layout/process2"/>
    <dgm:cxn modelId="{C1FB1B6D-1E79-4AA7-869E-FABAD40A365F}" srcId="{EA615D6A-59E9-4AD5-A528-F44E1F305E37}" destId="{718F6FA0-6DF6-4C25-9D36-426D09A467A9}" srcOrd="2" destOrd="0" parTransId="{0668E32B-A339-47E0-AA93-3FD2AD039E1E}" sibTransId="{CC4134F1-D434-4BC5-B526-CF5FD6D49E56}"/>
    <dgm:cxn modelId="{FB5B714E-C104-44A9-9C4A-6A138CEDA008}" type="presOf" srcId="{0E1401E5-A11E-463A-8906-14D6E0D391BB}" destId="{AA1F1348-6B83-44FD-A488-7FB7BAFFB1A8}" srcOrd="0" destOrd="0" presId="urn:microsoft.com/office/officeart/2005/8/layout/process2"/>
    <dgm:cxn modelId="{8E9BD486-89E6-48DF-8F15-EEDF5138BE71}" type="presOf" srcId="{D02E1847-4ABB-43A3-BB67-FDA6E598641F}" destId="{6B42FDB6-85B8-40B8-9F53-95D77F93137F}" srcOrd="0" destOrd="0" presId="urn:microsoft.com/office/officeart/2005/8/layout/process2"/>
    <dgm:cxn modelId="{E1321C87-5CF9-444F-A122-389C8083F352}" type="presOf" srcId="{A23174B8-F2DF-49DC-8B77-E3BF2B6A61AB}" destId="{C34643B2-E195-4362-9B9F-421E69D53F66}" srcOrd="0" destOrd="0" presId="urn:microsoft.com/office/officeart/2005/8/layout/process2"/>
    <dgm:cxn modelId="{2B807788-3B8F-439B-9650-06C195CEE64E}" type="presOf" srcId="{0C6ECB92-AA09-4C4F-A3BE-988F3D809E5F}" destId="{A85ABBC5-EA49-4EAF-815B-539479BCFA47}" srcOrd="1" destOrd="0" presId="urn:microsoft.com/office/officeart/2005/8/layout/process2"/>
    <dgm:cxn modelId="{9A0E63A7-B256-4250-B582-54B725EDD056}" srcId="{EA615D6A-59E9-4AD5-A528-F44E1F305E37}" destId="{0E1401E5-A11E-463A-8906-14D6E0D391BB}" srcOrd="3" destOrd="0" parTransId="{247F125C-45BF-4507-958F-A2100C8ACEE5}" sibTransId="{0C6ECB92-AA09-4C4F-A3BE-988F3D809E5F}"/>
    <dgm:cxn modelId="{E997F1D2-4140-47ED-9D3F-EA1A26044692}" type="presOf" srcId="{CC4134F1-D434-4BC5-B526-CF5FD6D49E56}" destId="{BCBB41ED-6F45-4829-8DF3-DF1E2506C92F}" srcOrd="0" destOrd="0" presId="urn:microsoft.com/office/officeart/2005/8/layout/process2"/>
    <dgm:cxn modelId="{8056BFE7-CFB3-4889-BC0E-E22BEBB95816}" type="presOf" srcId="{F79633EE-7CCE-4655-B163-D5DE0865BE18}" destId="{93ACCE6B-C28F-4B87-91ED-8C9EEE72FF06}" srcOrd="0" destOrd="0" presId="urn:microsoft.com/office/officeart/2005/8/layout/process2"/>
    <dgm:cxn modelId="{CE1DEBEE-D78C-40B5-8BD7-31C0A7BCE1EF}" srcId="{EA615D6A-59E9-4AD5-A528-F44E1F305E37}" destId="{3BE3E22E-A11B-4237-8D99-3A3CE4A5BA40}" srcOrd="4" destOrd="0" parTransId="{0B690F54-4BD0-4B5B-A82E-92CB4E21941B}" sibTransId="{0AA39E3F-E89E-479A-9EF1-18094A25B2F2}"/>
    <dgm:cxn modelId="{AE229667-ED7D-42A5-BC88-E2B967AEA589}" type="presParOf" srcId="{AC14E1B7-537B-4F69-A01E-2324ED22834A}" destId="{93ACCE6B-C28F-4B87-91ED-8C9EEE72FF06}" srcOrd="0" destOrd="0" presId="urn:microsoft.com/office/officeart/2005/8/layout/process2"/>
    <dgm:cxn modelId="{A475B12F-3ADF-47B3-B7FE-57217EB8D0A8}" type="presParOf" srcId="{AC14E1B7-537B-4F69-A01E-2324ED22834A}" destId="{56AF4822-E1B1-4CB1-8A60-83C0C8F7E391}" srcOrd="1" destOrd="0" presId="urn:microsoft.com/office/officeart/2005/8/layout/process2"/>
    <dgm:cxn modelId="{88E7750E-F46D-4B52-A368-CAD9D2534489}" type="presParOf" srcId="{56AF4822-E1B1-4CB1-8A60-83C0C8F7E391}" destId="{54E28D21-C285-4BA9-89CD-63814F23E243}" srcOrd="0" destOrd="0" presId="urn:microsoft.com/office/officeart/2005/8/layout/process2"/>
    <dgm:cxn modelId="{B2DCF8A0-6211-4A47-82E9-25F0125A0782}" type="presParOf" srcId="{AC14E1B7-537B-4F69-A01E-2324ED22834A}" destId="{C34643B2-E195-4362-9B9F-421E69D53F66}" srcOrd="2" destOrd="0" presId="urn:microsoft.com/office/officeart/2005/8/layout/process2"/>
    <dgm:cxn modelId="{EF7DD844-007E-453F-944B-368254EB7336}" type="presParOf" srcId="{AC14E1B7-537B-4F69-A01E-2324ED22834A}" destId="{6B42FDB6-85B8-40B8-9F53-95D77F93137F}" srcOrd="3" destOrd="0" presId="urn:microsoft.com/office/officeart/2005/8/layout/process2"/>
    <dgm:cxn modelId="{E1381A98-38DC-4BBC-8CB6-081F755D0683}" type="presParOf" srcId="{6B42FDB6-85B8-40B8-9F53-95D77F93137F}" destId="{637607BF-8E8E-4AA0-8231-D91367AD63C7}" srcOrd="0" destOrd="0" presId="urn:microsoft.com/office/officeart/2005/8/layout/process2"/>
    <dgm:cxn modelId="{08BF5855-36FA-4141-90AE-F9845AB484A3}" type="presParOf" srcId="{AC14E1B7-537B-4F69-A01E-2324ED22834A}" destId="{96EF52BF-0C80-4A87-8478-08ABF8CA8062}" srcOrd="4" destOrd="0" presId="urn:microsoft.com/office/officeart/2005/8/layout/process2"/>
    <dgm:cxn modelId="{E93075F6-2FF8-4AE6-9060-ED41F1E5EABF}" type="presParOf" srcId="{AC14E1B7-537B-4F69-A01E-2324ED22834A}" destId="{BCBB41ED-6F45-4829-8DF3-DF1E2506C92F}" srcOrd="5" destOrd="0" presId="urn:microsoft.com/office/officeart/2005/8/layout/process2"/>
    <dgm:cxn modelId="{27C5CB72-D85A-41F0-8515-9A0B16323CAF}" type="presParOf" srcId="{BCBB41ED-6F45-4829-8DF3-DF1E2506C92F}" destId="{5DB7E380-9FDF-4C50-A813-8F5E21B50702}" srcOrd="0" destOrd="0" presId="urn:microsoft.com/office/officeart/2005/8/layout/process2"/>
    <dgm:cxn modelId="{D1B65AF8-D15B-4CA9-B689-1663D183158D}" type="presParOf" srcId="{AC14E1B7-537B-4F69-A01E-2324ED22834A}" destId="{AA1F1348-6B83-44FD-A488-7FB7BAFFB1A8}" srcOrd="6" destOrd="0" presId="urn:microsoft.com/office/officeart/2005/8/layout/process2"/>
    <dgm:cxn modelId="{E5AB6249-80F6-4EDE-8BDE-D73445F1D49D}" type="presParOf" srcId="{AC14E1B7-537B-4F69-A01E-2324ED22834A}" destId="{235F8877-B038-4DDD-A7B1-B624D427CF14}" srcOrd="7" destOrd="0" presId="urn:microsoft.com/office/officeart/2005/8/layout/process2"/>
    <dgm:cxn modelId="{3955B3DA-04EF-428D-839A-A0D5209DECEC}" type="presParOf" srcId="{235F8877-B038-4DDD-A7B1-B624D427CF14}" destId="{A85ABBC5-EA49-4EAF-815B-539479BCFA47}" srcOrd="0" destOrd="0" presId="urn:microsoft.com/office/officeart/2005/8/layout/process2"/>
    <dgm:cxn modelId="{59965E3A-FD66-4AD4-83A4-9C0612ED7A2A}" type="presParOf" srcId="{AC14E1B7-537B-4F69-A01E-2324ED22834A}" destId="{FCA6D2D8-0267-4BE8-B3A3-DB20F519920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CCE6B-C28F-4B87-91ED-8C9EEE72FF06}">
      <dsp:nvSpPr>
        <dsp:cNvPr id="0" name=""/>
        <dsp:cNvSpPr/>
      </dsp:nvSpPr>
      <dsp:spPr>
        <a:xfrm>
          <a:off x="1" y="2317"/>
          <a:ext cx="2357278" cy="62723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Modeling Geometry</a:t>
          </a:r>
        </a:p>
      </dsp:txBody>
      <dsp:txXfrm>
        <a:off x="18372" y="20688"/>
        <a:ext cx="2320536" cy="590491"/>
      </dsp:txXfrm>
    </dsp:sp>
    <dsp:sp modelId="{56AF4822-E1B1-4CB1-8A60-83C0C8F7E391}">
      <dsp:nvSpPr>
        <dsp:cNvPr id="0" name=""/>
        <dsp:cNvSpPr/>
      </dsp:nvSpPr>
      <dsp:spPr>
        <a:xfrm rot="5400000">
          <a:off x="1082691" y="642344"/>
          <a:ext cx="191899" cy="230278"/>
        </a:xfrm>
        <a:prstGeom prst="rightArrow">
          <a:avLst>
            <a:gd name="adj1" fmla="val 60000"/>
            <a:gd name="adj2" fmla="val 50000"/>
          </a:avLst>
        </a:prstGeom>
        <a:noFill/>
        <a:ln w="28575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109558" y="661533"/>
        <a:ext cx="138166" cy="134329"/>
      </dsp:txXfrm>
    </dsp:sp>
    <dsp:sp modelId="{C34643B2-E195-4362-9B9F-421E69D53F66}">
      <dsp:nvSpPr>
        <dsp:cNvPr id="0" name=""/>
        <dsp:cNvSpPr/>
      </dsp:nvSpPr>
      <dsp:spPr>
        <a:xfrm>
          <a:off x="1" y="885416"/>
          <a:ext cx="2357278" cy="34346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Mesh</a:t>
          </a:r>
        </a:p>
      </dsp:txBody>
      <dsp:txXfrm>
        <a:off x="10061" y="895476"/>
        <a:ext cx="2337158" cy="323348"/>
      </dsp:txXfrm>
    </dsp:sp>
    <dsp:sp modelId="{6B42FDB6-85B8-40B8-9F53-95D77F93137F}">
      <dsp:nvSpPr>
        <dsp:cNvPr id="0" name=""/>
        <dsp:cNvSpPr/>
      </dsp:nvSpPr>
      <dsp:spPr>
        <a:xfrm rot="5400000">
          <a:off x="1082691" y="1241678"/>
          <a:ext cx="191899" cy="230278"/>
        </a:xfrm>
        <a:prstGeom prst="rightArrow">
          <a:avLst>
            <a:gd name="adj1" fmla="val 60000"/>
            <a:gd name="adj2" fmla="val 50000"/>
          </a:avLst>
        </a:prstGeom>
        <a:noFill/>
        <a:ln w="28575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109558" y="1260867"/>
        <a:ext cx="138166" cy="134329"/>
      </dsp:txXfrm>
    </dsp:sp>
    <dsp:sp modelId="{96EF52BF-0C80-4A87-8478-08ABF8CA8062}">
      <dsp:nvSpPr>
        <dsp:cNvPr id="0" name=""/>
        <dsp:cNvSpPr/>
      </dsp:nvSpPr>
      <dsp:spPr>
        <a:xfrm>
          <a:off x="1" y="1484750"/>
          <a:ext cx="2357278" cy="682127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Material Properties</a:t>
          </a:r>
        </a:p>
      </dsp:txBody>
      <dsp:txXfrm>
        <a:off x="19980" y="1504729"/>
        <a:ext cx="2317320" cy="642169"/>
      </dsp:txXfrm>
    </dsp:sp>
    <dsp:sp modelId="{BCBB41ED-6F45-4829-8DF3-DF1E2506C92F}">
      <dsp:nvSpPr>
        <dsp:cNvPr id="0" name=""/>
        <dsp:cNvSpPr/>
      </dsp:nvSpPr>
      <dsp:spPr>
        <a:xfrm rot="5400000">
          <a:off x="1082691" y="2179670"/>
          <a:ext cx="191899" cy="230278"/>
        </a:xfrm>
        <a:prstGeom prst="rightArrow">
          <a:avLst>
            <a:gd name="adj1" fmla="val 60000"/>
            <a:gd name="adj2" fmla="val 50000"/>
          </a:avLst>
        </a:prstGeom>
        <a:noFill/>
        <a:ln w="28575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109558" y="2198859"/>
        <a:ext cx="138166" cy="134329"/>
      </dsp:txXfrm>
    </dsp:sp>
    <dsp:sp modelId="{AA1F1348-6B83-44FD-A488-7FB7BAFFB1A8}">
      <dsp:nvSpPr>
        <dsp:cNvPr id="0" name=""/>
        <dsp:cNvSpPr/>
      </dsp:nvSpPr>
      <dsp:spPr>
        <a:xfrm>
          <a:off x="22436" y="2422743"/>
          <a:ext cx="2312409" cy="71859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Boundary Conditions</a:t>
          </a:r>
        </a:p>
      </dsp:txBody>
      <dsp:txXfrm>
        <a:off x="43483" y="2443790"/>
        <a:ext cx="2270315" cy="676504"/>
      </dsp:txXfrm>
    </dsp:sp>
    <dsp:sp modelId="{235F8877-B038-4DDD-A7B1-B624D427CF14}">
      <dsp:nvSpPr>
        <dsp:cNvPr id="0" name=""/>
        <dsp:cNvSpPr/>
      </dsp:nvSpPr>
      <dsp:spPr>
        <a:xfrm rot="5400000">
          <a:off x="1082691" y="3154134"/>
          <a:ext cx="191899" cy="230278"/>
        </a:xfrm>
        <a:prstGeom prst="rightArrow">
          <a:avLst>
            <a:gd name="adj1" fmla="val 60000"/>
            <a:gd name="adj2" fmla="val 50000"/>
          </a:avLst>
        </a:prstGeom>
        <a:noFill/>
        <a:ln w="28575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109558" y="3173323"/>
        <a:ext cx="138166" cy="134329"/>
      </dsp:txXfrm>
    </dsp:sp>
    <dsp:sp modelId="{FCA6D2D8-0267-4BE8-B3A3-DB20F5199200}">
      <dsp:nvSpPr>
        <dsp:cNvPr id="0" name=""/>
        <dsp:cNvSpPr/>
      </dsp:nvSpPr>
      <dsp:spPr>
        <a:xfrm>
          <a:off x="14852" y="3397206"/>
          <a:ext cx="2327577" cy="99900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Job Submission and Result Visualization</a:t>
          </a:r>
        </a:p>
      </dsp:txBody>
      <dsp:txXfrm>
        <a:off x="44112" y="3426466"/>
        <a:ext cx="2269057" cy="940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478500" cy="160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4155400" y="0"/>
            <a:ext cx="18478500" cy="160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2809D6-DEAB-4BAB-A8D5-1FF59F9AA195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00175" y="4013200"/>
            <a:ext cx="14443075" cy="10833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264025" y="15447963"/>
            <a:ext cx="34115375" cy="126396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491113"/>
            <a:ext cx="18478500" cy="160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4155400" y="30491113"/>
            <a:ext cx="18478500" cy="160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9BBB6-1924-4930-A90E-CD44E18BF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8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9BBB6-1924-4930-A90E-CD44E18BFB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24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9BBB6-1924-4930-A90E-CD44E18BFB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9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1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1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5" y="1310640"/>
            <a:ext cx="14439903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5" y="6888483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120" y="1318265"/>
            <a:ext cx="9875520" cy="28087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560" y="1318265"/>
            <a:ext cx="28895040" cy="28087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4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emf"/><Relationship Id="rId18" Type="http://schemas.openxmlformats.org/officeDocument/2006/relationships/image" Target="../media/image13.jpeg"/><Relationship Id="rId26" Type="http://schemas.openxmlformats.org/officeDocument/2006/relationships/image" Target="../media/image16.emf"/><Relationship Id="rId3" Type="http://schemas.openxmlformats.org/officeDocument/2006/relationships/image" Target="../media/image1.png"/><Relationship Id="rId21" Type="http://schemas.openxmlformats.org/officeDocument/2006/relationships/diagramData" Target="../diagrams/data1.xml"/><Relationship Id="rId7" Type="http://schemas.openxmlformats.org/officeDocument/2006/relationships/image" Target="../media/image3.jpeg"/><Relationship Id="rId12" Type="http://schemas.openxmlformats.org/officeDocument/2006/relationships/image" Target="../media/image7.emf"/><Relationship Id="rId17" Type="http://schemas.openxmlformats.org/officeDocument/2006/relationships/image" Target="../media/image12.jpeg"/><Relationship Id="rId25" Type="http://schemas.microsoft.com/office/2007/relationships/diagramDrawing" Target="../diagrams/drawing1.xml"/><Relationship Id="rId33" Type="http://schemas.openxmlformats.org/officeDocument/2006/relationships/image" Target="../media/image23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jpeg"/><Relationship Id="rId20" Type="http://schemas.openxmlformats.org/officeDocument/2006/relationships/image" Target="../media/image15.emf"/><Relationship Id="rId29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http://tbn0.google.com/images?q=tbn:Uu6Xo5sBe8wmgM:www.fish.washington.edu/research/best/logos/NSF_logo_large.gif" TargetMode="External"/><Relationship Id="rId11" Type="http://schemas.openxmlformats.org/officeDocument/2006/relationships/image" Target="../media/image6.jpeg"/><Relationship Id="rId24" Type="http://schemas.openxmlformats.org/officeDocument/2006/relationships/diagramColors" Target="../diagrams/colors1.xml"/><Relationship Id="rId32" Type="http://schemas.openxmlformats.org/officeDocument/2006/relationships/image" Target="../media/image22.emf"/><Relationship Id="rId5" Type="http://schemas.openxmlformats.org/officeDocument/2006/relationships/image" Target="../media/image2.jpeg"/><Relationship Id="rId15" Type="http://schemas.openxmlformats.org/officeDocument/2006/relationships/image" Target="../media/image10.jpeg"/><Relationship Id="rId23" Type="http://schemas.openxmlformats.org/officeDocument/2006/relationships/diagramQuickStyle" Target="../diagrams/quickStyle1.xml"/><Relationship Id="rId28" Type="http://schemas.openxmlformats.org/officeDocument/2006/relationships/image" Target="../media/image18.emf"/><Relationship Id="rId10" Type="http://schemas.openxmlformats.org/officeDocument/2006/relationships/image" Target="../media/image5.jpeg"/><Relationship Id="rId19" Type="http://schemas.openxmlformats.org/officeDocument/2006/relationships/image" Target="../media/image14.emf"/><Relationship Id="rId31" Type="http://schemas.openxmlformats.org/officeDocument/2006/relationships/image" Target="../media/image21.emf"/><Relationship Id="rId4" Type="http://schemas.openxmlformats.org/officeDocument/2006/relationships/hyperlink" Target="http://images.google.com/imgres?imgurl=http://www.fish.washington.edu/research/best/logos/NSF_logo_large.gif&amp;imgrefurl=http://www.fish.washington.edu/research/best/talks_posters.htm&amp;h=754&amp;w=743&amp;sz=122&amp;tbnid=Uu6Xo5sBe8wmgM:&amp;tbnh=142&amp;tbnw=140&amp;prev=/images?q=nsf+logo&amp;um=1&amp;start=1&amp;sa=X&amp;oi=images&amp;ct=image&amp;cd=1" TargetMode="External"/><Relationship Id="rId9" Type="http://schemas.openxmlformats.org/officeDocument/2006/relationships/image" Target="../media/image4.emf"/><Relationship Id="rId14" Type="http://schemas.openxmlformats.org/officeDocument/2006/relationships/image" Target="../media/image9.emf"/><Relationship Id="rId22" Type="http://schemas.openxmlformats.org/officeDocument/2006/relationships/diagramLayout" Target="../diagrams/layout1.xml"/><Relationship Id="rId27" Type="http://schemas.openxmlformats.org/officeDocument/2006/relationships/image" Target="../media/image17.emf"/><Relationship Id="rId30" Type="http://schemas.openxmlformats.org/officeDocument/2006/relationships/image" Target="../media/image20.emf"/><Relationship Id="rId8" Type="http://schemas.openxmlformats.org/officeDocument/2006/relationships/image" Target="http://divisions.asme.org/cie/events/cie2006/asme_logo.jpg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http://divisions.asme.org/cie/events/cie2006/asme_logo.jpg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http://tbn0.google.com/images?q=tbn:Uu6Xo5sBe8wmgM:www.fish.washington.edu/research/best/logos/NSF_logo_large.gif" TargetMode="External"/><Relationship Id="rId11" Type="http://schemas.openxmlformats.org/officeDocument/2006/relationships/image" Target="../media/image24.jpeg"/><Relationship Id="rId5" Type="http://schemas.openxmlformats.org/officeDocument/2006/relationships/image" Target="../media/image2.jpeg"/><Relationship Id="rId10" Type="http://schemas.openxmlformats.org/officeDocument/2006/relationships/image" Target="../media/image7.emf"/><Relationship Id="rId4" Type="http://schemas.openxmlformats.org/officeDocument/2006/relationships/hyperlink" Target="http://images.google.com/imgres?imgurl=http://www.fish.washington.edu/research/best/logos/NSF_logo_large.gif&amp;imgrefurl=http://www.fish.washington.edu/research/best/talks_posters.htm&amp;h=754&amp;w=743&amp;sz=122&amp;tbnid=Uu6Xo5sBe8wmgM:&amp;tbnh=142&amp;tbnw=140&amp;prev=/images?q=nsf+logo&amp;um=1&amp;start=1&amp;sa=X&amp;oi=images&amp;ct=image&amp;cd=1" TargetMode="External"/><Relationship Id="rId9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8FE7025-5C00-5846-4CB9-AA5E2BD399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95" b="31605"/>
          <a:stretch/>
        </p:blipFill>
        <p:spPr>
          <a:xfrm>
            <a:off x="381001" y="1226804"/>
            <a:ext cx="8173531" cy="2150659"/>
          </a:xfrm>
          <a:prstGeom prst="rect">
            <a:avLst/>
          </a:prstGeom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244080" y="1055135"/>
            <a:ext cx="25118371" cy="1447142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</p:spPr>
        <p:txBody>
          <a:bodyPr wrap="square" lIns="92030" tIns="46013" rIns="92030" bIns="46013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1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Modeling of Contact in Biphasic Soft Material</a:t>
            </a:r>
          </a:p>
        </p:txBody>
      </p:sp>
      <p:pic>
        <p:nvPicPr>
          <p:cNvPr id="11" name="Picture 8" descr="http://www.fish.washington.edu/research/best/talks_posters.htm">
            <a:hlinkClick r:id="rId4"/>
          </p:cNvPr>
          <p:cNvPicPr>
            <a:picLocks noChangeAspect="1" noChangeArrowheads="1"/>
          </p:cNvPicPr>
          <p:nvPr/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8598" y="413268"/>
            <a:ext cx="3721601" cy="3777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05"/>
          <p:cNvSpPr txBox="1">
            <a:spLocks noChangeArrowheads="1"/>
          </p:cNvSpPr>
          <p:nvPr/>
        </p:nvSpPr>
        <p:spPr bwMode="auto">
          <a:xfrm>
            <a:off x="10258965" y="3068868"/>
            <a:ext cx="2308859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US" sz="3600" b="1" kern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Agnila Ghosh Surovi*, Shank S. Kulkarni**, Timothy Truster**</a:t>
            </a:r>
          </a:p>
          <a:p>
            <a:pPr lvl="0" algn="ctr" defTabSz="914400">
              <a:defRPr/>
            </a:pPr>
            <a:r>
              <a:rPr lang="en-US" sz="3600" b="1" kern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*University of Tennessee Knoxville, Department of Mechanical, Aerospace and Biomedical Engineering, ** University of Tennessee Knoxville, Department of Civil and Environmental Engineering</a:t>
            </a:r>
            <a:endParaRPr kumimoji="0" lang="en-US" sz="3600" b="1" i="0" u="none" strike="noStrike" kern="0" cap="none" spc="0" normalizeH="0" baseline="30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7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59"/>
          <p:cNvSpPr>
            <a:spLocks noChangeArrowheads="1"/>
          </p:cNvSpPr>
          <p:nvPr/>
        </p:nvSpPr>
        <p:spPr bwMode="auto">
          <a:xfrm>
            <a:off x="0" y="-18466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1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63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65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9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71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197"/>
          <p:cNvSpPr>
            <a:spLocks noChangeArrowheads="1"/>
          </p:cNvSpPr>
          <p:nvPr/>
        </p:nvSpPr>
        <p:spPr bwMode="auto">
          <a:xfrm>
            <a:off x="0" y="43936"/>
            <a:ext cx="4154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22860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198"/>
          <p:cNvSpPr>
            <a:spLocks noChangeArrowheads="1"/>
          </p:cNvSpPr>
          <p:nvPr/>
        </p:nvSpPr>
        <p:spPr bwMode="auto">
          <a:xfrm>
            <a:off x="0" y="17042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12"/>
          <p:cNvSpPr>
            <a:spLocks noChangeArrowheads="1"/>
          </p:cNvSpPr>
          <p:nvPr/>
        </p:nvSpPr>
        <p:spPr bwMode="auto">
          <a:xfrm>
            <a:off x="0" y="4393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13"/>
          <p:cNvSpPr>
            <a:spLocks noChangeArrowheads="1"/>
          </p:cNvSpPr>
          <p:nvPr/>
        </p:nvSpPr>
        <p:spPr bwMode="auto">
          <a:xfrm>
            <a:off x="0" y="11612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14"/>
          <p:cNvSpPr>
            <a:spLocks noChangeArrowheads="1"/>
          </p:cNvSpPr>
          <p:nvPr/>
        </p:nvSpPr>
        <p:spPr bwMode="auto">
          <a:xfrm>
            <a:off x="0" y="17708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19"/>
          <p:cNvSpPr>
            <a:spLocks noChangeArrowheads="1"/>
          </p:cNvSpPr>
          <p:nvPr/>
        </p:nvSpPr>
        <p:spPr bwMode="auto">
          <a:xfrm>
            <a:off x="0" y="4393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22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81" name="Picture 257" descr="http://divisions.asme.org/cie/events/cie2006/asme_logo.jpg"/>
          <p:cNvPicPr>
            <a:picLocks noChangeAspect="1" noChangeArrowheads="1"/>
          </p:cNvPicPr>
          <p:nvPr/>
        </p:nvPicPr>
        <p:blipFill rotWithShape="1"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52"/>
          <a:stretch>
            <a:fillRect/>
          </a:stretch>
        </p:blipFill>
        <p:spPr bwMode="auto">
          <a:xfrm>
            <a:off x="35052000" y="939170"/>
            <a:ext cx="4479461" cy="2371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" name="TextBox 105"/>
          <p:cNvSpPr txBox="1">
            <a:spLocks noChangeArrowheads="1"/>
          </p:cNvSpPr>
          <p:nvPr/>
        </p:nvSpPr>
        <p:spPr bwMode="auto">
          <a:xfrm>
            <a:off x="34991370" y="3553361"/>
            <a:ext cx="867123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IMECE T</a:t>
            </a:r>
            <a:r>
              <a:rPr kumimoji="0" lang="en-US" sz="4000" b="1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rack</a:t>
            </a:r>
            <a:r>
              <a:rPr lang="en-US" sz="40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16-1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NSF Research Poster Competition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57199" y="5029200"/>
            <a:ext cx="42976800" cy="0"/>
          </a:xfrm>
          <a:prstGeom prst="line">
            <a:avLst/>
          </a:prstGeom>
          <a:ln w="127000">
            <a:solidFill>
              <a:srgbClr val="E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932742" y="4191000"/>
            <a:ext cx="54585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defTabSz="914400">
              <a:defRPr/>
            </a:pPr>
            <a:r>
              <a:rPr lang="en-US" sz="44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IMECE 2023-120143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3A86F6-4632-5978-88D9-E7E891EA5431}"/>
              </a:ext>
            </a:extLst>
          </p:cNvPr>
          <p:cNvGrpSpPr/>
          <p:nvPr/>
        </p:nvGrpSpPr>
        <p:grpSpPr>
          <a:xfrm>
            <a:off x="457199" y="5223585"/>
            <a:ext cx="12573001" cy="8965841"/>
            <a:chOff x="457199" y="5375526"/>
            <a:chExt cx="12573001" cy="1261883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9C87EB2-FE72-7263-C2A0-A7E3123F7C25}"/>
                </a:ext>
              </a:extLst>
            </p:cNvPr>
            <p:cNvSpPr/>
            <p:nvPr/>
          </p:nvSpPr>
          <p:spPr>
            <a:xfrm>
              <a:off x="457199" y="5375526"/>
              <a:ext cx="12573001" cy="12618836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3AE60F-4002-16F3-882F-AC6C4B86B8FE}"/>
                </a:ext>
              </a:extLst>
            </p:cNvPr>
            <p:cNvSpPr txBox="1"/>
            <p:nvPr/>
          </p:nvSpPr>
          <p:spPr>
            <a:xfrm>
              <a:off x="725495" y="6546576"/>
              <a:ext cx="12127439" cy="11257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Goal: </a:t>
              </a:r>
            </a:p>
            <a:p>
              <a:pPr marR="0" lvl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Develop a contact model capable of measuring the </a:t>
              </a:r>
              <a:r>
                <a:rPr lang="en-US" sz="32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characteristics of biphasic material in contact that will contribute to the advancement of medical and bioengineering fields</a:t>
              </a:r>
            </a:p>
            <a:p>
              <a:pPr marR="0" lvl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3200" b="1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Objectives:</a:t>
              </a:r>
              <a:endParaRPr lang="en-US" sz="3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</a:t>
              </a:r>
              <a:r>
                <a:rPr lang="en-US" sz="32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biphasic-biphasic</a:t>
              </a: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and </a:t>
              </a:r>
              <a:r>
                <a:rPr lang="en-US" sz="32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biphasic-elastic</a:t>
              </a: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contact modeling using finite element software FEBio. </a:t>
              </a: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</a:t>
              </a:r>
              <a:r>
                <a:rPr lang="en-US" sz="32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mesh convergency study </a:t>
              </a: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for contact modeling.</a:t>
              </a: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investigation of the change in mechanical response due to the variation of </a:t>
              </a:r>
              <a:r>
                <a:rPr lang="en-US" sz="32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material properties and size of the indenter</a:t>
              </a: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.</a:t>
              </a: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</a:t>
              </a:r>
              <a:r>
                <a:rPr lang="en-US" sz="32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rate-dependent change </a:t>
              </a:r>
              <a:r>
                <a: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 mechanical response of biphasic material.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B309265-8EA6-8A64-461D-FB2A2782041E}"/>
              </a:ext>
            </a:extLst>
          </p:cNvPr>
          <p:cNvGrpSpPr/>
          <p:nvPr/>
        </p:nvGrpSpPr>
        <p:grpSpPr>
          <a:xfrm>
            <a:off x="447585" y="14326801"/>
            <a:ext cx="12573001" cy="9222030"/>
            <a:chOff x="457197" y="16995477"/>
            <a:chExt cx="12573001" cy="922203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C58B767-8734-64EA-36C8-25ECE09552D3}"/>
                </a:ext>
              </a:extLst>
            </p:cNvPr>
            <p:cNvSpPr/>
            <p:nvPr/>
          </p:nvSpPr>
          <p:spPr>
            <a:xfrm>
              <a:off x="457197" y="17010477"/>
              <a:ext cx="12573001" cy="920703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33C1C97-19D9-EE6F-58FF-00337AAE2330}"/>
                </a:ext>
              </a:extLst>
            </p:cNvPr>
            <p:cNvGrpSpPr/>
            <p:nvPr/>
          </p:nvGrpSpPr>
          <p:grpSpPr>
            <a:xfrm>
              <a:off x="558810" y="16995477"/>
              <a:ext cx="12366576" cy="9222030"/>
              <a:chOff x="560942" y="5360528"/>
              <a:chExt cx="12514680" cy="9222030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FBB4128-35FD-9DE5-0A22-2143A168BBEF}"/>
                  </a:ext>
                </a:extLst>
              </p:cNvPr>
              <p:cNvSpPr txBox="1"/>
              <p:nvPr/>
            </p:nvSpPr>
            <p:spPr>
              <a:xfrm>
                <a:off x="706066" y="6364924"/>
                <a:ext cx="12272679" cy="8217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"/>
                </a:pPr>
                <a:endPara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"/>
                </a:pPr>
                <a:endParaRPr lang="en-US" sz="3200" b="1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"/>
                </a:pPr>
                <a:endPara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"/>
                </a:pPr>
                <a:endPara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R="0" lvl="0" algn="just">
                  <a:spcBef>
                    <a:spcPts val="600"/>
                  </a:spcBef>
                  <a:spcAft>
                    <a:spcPts val="600"/>
                  </a:spcAft>
                </a:pPr>
                <a:endPara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"/>
                </a:pP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In case of </a:t>
                </a:r>
                <a:r>
                  <a:rPr lang="en-US" sz="3200" b="1">
                    <a:solidFill>
                      <a:srgbClr val="130A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artificial transplantation</a:t>
                </a: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of hard tissue or soft tissue, it is significant to investigate -</a:t>
                </a:r>
              </a:p>
              <a:p>
                <a:pPr marL="1371600" lvl="1" indent="-45720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contact characteristics within the </a:t>
                </a:r>
                <a:r>
                  <a:rPr lang="en-US" sz="3200" b="1">
                    <a:solidFill>
                      <a:srgbClr val="130A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interface of hard tissue implant and surrounding soft tissue</a:t>
                </a: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or </a:t>
                </a:r>
              </a:p>
              <a:p>
                <a:pPr marL="1371600" lvl="1" indent="-45720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he interfacial properties in the </a:t>
                </a:r>
                <a:r>
                  <a:rPr lang="en-US" sz="3200" b="1">
                    <a:solidFill>
                      <a:srgbClr val="130A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contact of soft tissue implant and surrounding soft tissue</a:t>
                </a: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"/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oft swollen tissues exhibit rate-dependent mechanical response that the analysis of the contact behavior </a:t>
                </a:r>
                <a:r>
                  <a:rPr lang="en-US" sz="3200" b="1">
                    <a:solidFill>
                      <a:srgbClr val="130A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under different loading rate</a:t>
                </a: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is also an important phenomenon.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44281CA-4F7D-F740-3B1D-D137C1FF8E63}"/>
                  </a:ext>
                </a:extLst>
              </p:cNvPr>
              <p:cNvSpPr txBox="1"/>
              <p:nvPr/>
            </p:nvSpPr>
            <p:spPr>
              <a:xfrm>
                <a:off x="560942" y="5360528"/>
                <a:ext cx="1251468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BACKGROUND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8BDBAC1-AB61-B0A1-B2B4-27CD7C00F316}"/>
              </a:ext>
            </a:extLst>
          </p:cNvPr>
          <p:cNvSpPr txBox="1"/>
          <p:nvPr/>
        </p:nvSpPr>
        <p:spPr>
          <a:xfrm>
            <a:off x="549197" y="15065990"/>
            <a:ext cx="68118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Biphasic materials, such as </a:t>
            </a:r>
            <a:r>
              <a:rPr lang="en-US" sz="3200" b="1">
                <a:solidFill>
                  <a:srgbClr val="130A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hydrogel</a:t>
            </a:r>
            <a:r>
              <a:rPr lang="en-US" sz="32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can mimic the mechanical properties of soft hydrated tissues, such as, </a:t>
            </a:r>
            <a:r>
              <a:rPr lang="en-US" sz="3200" b="1">
                <a:solidFill>
                  <a:srgbClr val="130A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articular cartilage, ligaments, cornea, intervertebral disk and knee meniscus. 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D89EA57-EB25-D3CC-C410-1354D00F2A18}"/>
              </a:ext>
            </a:extLst>
          </p:cNvPr>
          <p:cNvGrpSpPr/>
          <p:nvPr/>
        </p:nvGrpSpPr>
        <p:grpSpPr>
          <a:xfrm>
            <a:off x="30779511" y="23876468"/>
            <a:ext cx="12597400" cy="8628658"/>
            <a:chOff x="432800" y="9512951"/>
            <a:chExt cx="12597400" cy="1145671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AE1D747-5545-FBBB-8402-301D71AF047C}"/>
                </a:ext>
              </a:extLst>
            </p:cNvPr>
            <p:cNvSpPr/>
            <p:nvPr/>
          </p:nvSpPr>
          <p:spPr>
            <a:xfrm>
              <a:off x="457199" y="9512951"/>
              <a:ext cx="12573001" cy="11456719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17C90B8-DEB2-2E4E-B539-D95E5B8AA88C}"/>
                </a:ext>
              </a:extLst>
            </p:cNvPr>
            <p:cNvGrpSpPr/>
            <p:nvPr/>
          </p:nvGrpSpPr>
          <p:grpSpPr>
            <a:xfrm>
              <a:off x="432800" y="9542675"/>
              <a:ext cx="12533509" cy="11411353"/>
              <a:chOff x="433421" y="9542675"/>
              <a:chExt cx="12683612" cy="11411353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0826F65-1BB6-E136-B569-0A5F0A546E46}"/>
                  </a:ext>
                </a:extLst>
              </p:cNvPr>
              <p:cNvSpPr txBox="1"/>
              <p:nvPr/>
            </p:nvSpPr>
            <p:spPr>
              <a:xfrm>
                <a:off x="675941" y="10564078"/>
                <a:ext cx="12272679" cy="10389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15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Masud, A., Truster, T. J., &amp; Bergman, L. A. (2012). A unified formulation for interface coupling and frictional contact modeling with embedded error estimation. International journal for numerical methods in engineering, 92(2), 141-177.</a:t>
                </a:r>
              </a:p>
              <a:p>
                <a:pPr marL="457200" marR="0" lvl="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15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Han, G., Eriten, M., &amp; Henak, C. R. (2020). Rate-dependent adhesion of cartilage and its relation to relaxation mechanisms. Journal of the mechanical behavior of biomedical materials, 102, 103493.</a:t>
                </a:r>
              </a:p>
              <a:p>
                <a:pPr marL="457200" marR="0" lvl="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15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Kalyanam, S., Toohey, K. S., &amp; Insana, M. F. (2021). Modeling biphasic hydrogels under spherical indentation: Application to soft tissues. Mechanics of Materials, 161, 103987.</a:t>
                </a:r>
              </a:p>
              <a:p>
                <a:pPr marL="457200" marR="0" lvl="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15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Lai, Y., He, D., &amp; Hu, Y. (2019). Indentation adhesion of hydrogels over a wide range of length and time scales. Extreme Mechanics Letters, 31, 100540.</a:t>
                </a:r>
                <a:endParaRPr lang="en-US" sz="315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AB6E17-3D82-30D2-8263-3B3BC247E380}"/>
                  </a:ext>
                </a:extLst>
              </p:cNvPr>
              <p:cNvSpPr txBox="1"/>
              <p:nvPr/>
            </p:nvSpPr>
            <p:spPr>
              <a:xfrm>
                <a:off x="433421" y="9542675"/>
                <a:ext cx="12683612" cy="1095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REFERENCES</a:t>
                </a: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D021680-3254-14C6-631B-695FB04A204F}"/>
              </a:ext>
            </a:extLst>
          </p:cNvPr>
          <p:cNvGrpSpPr/>
          <p:nvPr/>
        </p:nvGrpSpPr>
        <p:grpSpPr>
          <a:xfrm>
            <a:off x="30821225" y="20626380"/>
            <a:ext cx="12570339" cy="3113028"/>
            <a:chOff x="430875" y="5375528"/>
            <a:chExt cx="12572996" cy="443073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6132811-BF32-79B3-095D-3336A35BE701}"/>
                </a:ext>
              </a:extLst>
            </p:cNvPr>
            <p:cNvSpPr/>
            <p:nvPr/>
          </p:nvSpPr>
          <p:spPr>
            <a:xfrm>
              <a:off x="430875" y="5375528"/>
              <a:ext cx="12568002" cy="443073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77CD6BC-28D9-7823-4F09-F7030AE81140}"/>
                </a:ext>
              </a:extLst>
            </p:cNvPr>
            <p:cNvGrpSpPr/>
            <p:nvPr/>
          </p:nvGrpSpPr>
          <p:grpSpPr>
            <a:xfrm>
              <a:off x="470362" y="5472430"/>
              <a:ext cx="12533509" cy="4198975"/>
              <a:chOff x="471432" y="5472430"/>
              <a:chExt cx="12683612" cy="4198975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4E4F8A9-E533-69E5-D361-857B1386E052}"/>
                  </a:ext>
                </a:extLst>
              </p:cNvPr>
              <p:cNvSpPr txBox="1"/>
              <p:nvPr/>
            </p:nvSpPr>
            <p:spPr>
              <a:xfrm>
                <a:off x="634415" y="6736441"/>
                <a:ext cx="12272679" cy="2934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authors would like to thank the National Science Foundation for supporting this research (Award No.: 2224371, CMMI-Div Of Civil, Mechanical, &amp; Manufact Inn, Program Director: Lucy T. Zhang) 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E680808-6EBB-1CAF-F66F-45C836166599}"/>
                  </a:ext>
                </a:extLst>
              </p:cNvPr>
              <p:cNvSpPr txBox="1"/>
              <p:nvPr/>
            </p:nvSpPr>
            <p:spPr>
              <a:xfrm>
                <a:off x="471432" y="5472430"/>
                <a:ext cx="12683612" cy="1095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ACKNOWLEDGEMENTS</a:t>
                </a:r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EEB9C105-FA02-7CDA-9C57-1737B920B498}"/>
              </a:ext>
            </a:extLst>
          </p:cNvPr>
          <p:cNvSpPr txBox="1"/>
          <p:nvPr/>
        </p:nvSpPr>
        <p:spPr>
          <a:xfrm>
            <a:off x="490536" y="5366710"/>
            <a:ext cx="12573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 AND GOALS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18D8EC5-2FA3-16CE-0536-ED873EE242CF}"/>
              </a:ext>
            </a:extLst>
          </p:cNvPr>
          <p:cNvSpPr txBox="1"/>
          <p:nvPr/>
        </p:nvSpPr>
        <p:spPr>
          <a:xfrm>
            <a:off x="7924145" y="17645530"/>
            <a:ext cx="47976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Figure-1: Biphasic Material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AE25E2-9033-4C8C-9933-4CF1A12526CF}"/>
              </a:ext>
            </a:extLst>
          </p:cNvPr>
          <p:cNvGrpSpPr/>
          <p:nvPr/>
        </p:nvGrpSpPr>
        <p:grpSpPr>
          <a:xfrm>
            <a:off x="7970818" y="15222681"/>
            <a:ext cx="5186602" cy="2294855"/>
            <a:chOff x="7671729" y="17653344"/>
            <a:chExt cx="5409379" cy="299615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6957A3-45AF-1FA7-FA8D-31005081E796}"/>
                </a:ext>
              </a:extLst>
            </p:cNvPr>
            <p:cNvSpPr txBox="1"/>
            <p:nvPr/>
          </p:nvSpPr>
          <p:spPr>
            <a:xfrm>
              <a:off x="11971162" y="17653344"/>
              <a:ext cx="983687" cy="522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Fluid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070E352-63EA-0BBA-6EB6-98BECD17B140}"/>
                </a:ext>
              </a:extLst>
            </p:cNvPr>
            <p:cNvSpPr txBox="1"/>
            <p:nvPr/>
          </p:nvSpPr>
          <p:spPr>
            <a:xfrm>
              <a:off x="11956901" y="18544107"/>
              <a:ext cx="1124207" cy="522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Solid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DBCBC7B7-1961-7E0C-FCBE-0E1C8282D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71729" y="17710695"/>
              <a:ext cx="4054805" cy="2938805"/>
            </a:xfrm>
            <a:prstGeom prst="rect">
              <a:avLst/>
            </a:prstGeom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8CCB255-B0CD-1BA7-792F-88F4CD3A0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65611" y="17973828"/>
              <a:ext cx="64896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03B89A9-60D8-ABD5-9A09-196722EBB0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22734" y="18805717"/>
              <a:ext cx="491842" cy="69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0BDD815-C106-4633-CA60-1097E6959EC8}"/>
              </a:ext>
            </a:extLst>
          </p:cNvPr>
          <p:cNvGrpSpPr/>
          <p:nvPr/>
        </p:nvGrpSpPr>
        <p:grpSpPr>
          <a:xfrm>
            <a:off x="30779546" y="15107021"/>
            <a:ext cx="12612018" cy="3015562"/>
            <a:chOff x="440720" y="4715671"/>
            <a:chExt cx="12612018" cy="4292008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DF77FCE-AB54-6C87-CFBA-C441F8C7A104}"/>
                </a:ext>
              </a:extLst>
            </p:cNvPr>
            <p:cNvSpPr/>
            <p:nvPr/>
          </p:nvSpPr>
          <p:spPr>
            <a:xfrm>
              <a:off x="484736" y="4727706"/>
              <a:ext cx="12568002" cy="427997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F7850DA-9F45-A665-11F1-1201A15B5ACD}"/>
                </a:ext>
              </a:extLst>
            </p:cNvPr>
            <p:cNvGrpSpPr/>
            <p:nvPr/>
          </p:nvGrpSpPr>
          <p:grpSpPr>
            <a:xfrm>
              <a:off x="440720" y="4715671"/>
              <a:ext cx="12547678" cy="4238480"/>
              <a:chOff x="441435" y="4715671"/>
              <a:chExt cx="12697951" cy="4238480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2D1C1DF-7F8F-4F24-A9DA-99F3E63655A9}"/>
                  </a:ext>
                </a:extLst>
              </p:cNvPr>
              <p:cNvSpPr txBox="1"/>
              <p:nvPr/>
            </p:nvSpPr>
            <p:spPr>
              <a:xfrm>
                <a:off x="725468" y="5800161"/>
                <a:ext cx="12272679" cy="3153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To include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multiphasic frictionless contact formulation 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as well as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multiphasic contact formulation with friction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To add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contact formulation for adhesion and suction 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for multiphasic material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09F87D7-3927-6865-6DDC-F5FF08C4EDBC}"/>
                  </a:ext>
                </a:extLst>
              </p:cNvPr>
              <p:cNvSpPr txBox="1"/>
              <p:nvPr/>
            </p:nvSpPr>
            <p:spPr>
              <a:xfrm>
                <a:off x="441435" y="4715671"/>
                <a:ext cx="12697951" cy="1095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FUTURE STUDIES</a:t>
                </a:r>
              </a:p>
            </p:txBody>
          </p:sp>
        </p:grpSp>
      </p:grpSp>
      <p:grpSp>
        <p:nvGrpSpPr>
          <p:cNvPr id="1317" name="Group 1316">
            <a:extLst>
              <a:ext uri="{FF2B5EF4-FFF2-40B4-BE49-F238E27FC236}">
                <a16:creationId xmlns:a16="http://schemas.microsoft.com/office/drawing/2014/main" id="{1F03CA98-A105-9CE7-81C1-CEFD3A148D93}"/>
              </a:ext>
            </a:extLst>
          </p:cNvPr>
          <p:cNvGrpSpPr/>
          <p:nvPr/>
        </p:nvGrpSpPr>
        <p:grpSpPr>
          <a:xfrm>
            <a:off x="13184834" y="5223585"/>
            <a:ext cx="17476782" cy="27281540"/>
            <a:chOff x="485870" y="-2202042"/>
            <a:chExt cx="12566868" cy="38829454"/>
          </a:xfrm>
        </p:grpSpPr>
        <p:sp>
          <p:nvSpPr>
            <p:cNvPr id="1318" name="Rectangle 1317">
              <a:extLst>
                <a:ext uri="{FF2B5EF4-FFF2-40B4-BE49-F238E27FC236}">
                  <a16:creationId xmlns:a16="http://schemas.microsoft.com/office/drawing/2014/main" id="{AE730BC1-B3A4-4225-F43B-0A80709553CA}"/>
                </a:ext>
              </a:extLst>
            </p:cNvPr>
            <p:cNvSpPr/>
            <p:nvPr/>
          </p:nvSpPr>
          <p:spPr>
            <a:xfrm>
              <a:off x="485870" y="-2202042"/>
              <a:ext cx="12566868" cy="3882945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19" name="Group 1318">
              <a:extLst>
                <a:ext uri="{FF2B5EF4-FFF2-40B4-BE49-F238E27FC236}">
                  <a16:creationId xmlns:a16="http://schemas.microsoft.com/office/drawing/2014/main" id="{EB2F4413-BF94-C03A-8F14-450120EAA506}"/>
                </a:ext>
              </a:extLst>
            </p:cNvPr>
            <p:cNvGrpSpPr/>
            <p:nvPr/>
          </p:nvGrpSpPr>
          <p:grpSpPr>
            <a:xfrm>
              <a:off x="490597" y="-2150426"/>
              <a:ext cx="12547678" cy="1967589"/>
              <a:chOff x="491910" y="-2150426"/>
              <a:chExt cx="12697951" cy="1967589"/>
            </a:xfrm>
          </p:grpSpPr>
          <p:sp>
            <p:nvSpPr>
              <p:cNvPr id="1320" name="TextBox 1319">
                <a:extLst>
                  <a:ext uri="{FF2B5EF4-FFF2-40B4-BE49-F238E27FC236}">
                    <a16:creationId xmlns:a16="http://schemas.microsoft.com/office/drawing/2014/main" id="{61A02942-2F5E-9742-FD4D-740CEFA7D717}"/>
                  </a:ext>
                </a:extLst>
              </p:cNvPr>
              <p:cNvSpPr txBox="1"/>
              <p:nvPr/>
            </p:nvSpPr>
            <p:spPr>
              <a:xfrm>
                <a:off x="601934" y="-1015140"/>
                <a:ext cx="5957680" cy="83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Mesh Convergence Study</a:t>
                </a:r>
              </a:p>
            </p:txBody>
          </p:sp>
          <p:sp>
            <p:nvSpPr>
              <p:cNvPr id="1321" name="TextBox 1320">
                <a:extLst>
                  <a:ext uri="{FF2B5EF4-FFF2-40B4-BE49-F238E27FC236}">
                    <a16:creationId xmlns:a16="http://schemas.microsoft.com/office/drawing/2014/main" id="{B5C58FBE-0FA9-128C-3200-B30E4A32CBD5}"/>
                  </a:ext>
                </a:extLst>
              </p:cNvPr>
              <p:cNvSpPr txBox="1"/>
              <p:nvPr/>
            </p:nvSpPr>
            <p:spPr>
              <a:xfrm>
                <a:off x="491910" y="-2150426"/>
                <a:ext cx="12697951" cy="1095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 AND RESULTS</a:t>
                </a:r>
              </a:p>
            </p:txBody>
          </p:sp>
        </p:grpSp>
      </p:grpSp>
      <p:grpSp>
        <p:nvGrpSpPr>
          <p:cNvPr id="1324" name="Group 1323">
            <a:extLst>
              <a:ext uri="{FF2B5EF4-FFF2-40B4-BE49-F238E27FC236}">
                <a16:creationId xmlns:a16="http://schemas.microsoft.com/office/drawing/2014/main" id="{585B41C7-338D-717D-88F5-ADD4308A9591}"/>
              </a:ext>
            </a:extLst>
          </p:cNvPr>
          <p:cNvGrpSpPr/>
          <p:nvPr/>
        </p:nvGrpSpPr>
        <p:grpSpPr>
          <a:xfrm>
            <a:off x="30779512" y="18259641"/>
            <a:ext cx="12612052" cy="2229680"/>
            <a:chOff x="443031" y="5375529"/>
            <a:chExt cx="12609707" cy="3173474"/>
          </a:xfrm>
        </p:grpSpPr>
        <p:sp>
          <p:nvSpPr>
            <p:cNvPr id="1325" name="Rectangle 1324">
              <a:extLst>
                <a:ext uri="{FF2B5EF4-FFF2-40B4-BE49-F238E27FC236}">
                  <a16:creationId xmlns:a16="http://schemas.microsoft.com/office/drawing/2014/main" id="{E2C95251-3FBD-76AD-74A4-CD3F5B7014E2}"/>
                </a:ext>
              </a:extLst>
            </p:cNvPr>
            <p:cNvSpPr/>
            <p:nvPr/>
          </p:nvSpPr>
          <p:spPr>
            <a:xfrm>
              <a:off x="484736" y="5375529"/>
              <a:ext cx="12568002" cy="317347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26" name="Group 1325">
              <a:extLst>
                <a:ext uri="{FF2B5EF4-FFF2-40B4-BE49-F238E27FC236}">
                  <a16:creationId xmlns:a16="http://schemas.microsoft.com/office/drawing/2014/main" id="{CABF0DF0-3DBC-C7BD-7772-CD4A717F1442}"/>
                </a:ext>
              </a:extLst>
            </p:cNvPr>
            <p:cNvGrpSpPr/>
            <p:nvPr/>
          </p:nvGrpSpPr>
          <p:grpSpPr>
            <a:xfrm>
              <a:off x="443031" y="5472431"/>
              <a:ext cx="12547678" cy="2843055"/>
              <a:chOff x="443774" y="5472431"/>
              <a:chExt cx="12697951" cy="2843055"/>
            </a:xfrm>
          </p:grpSpPr>
          <p:sp>
            <p:nvSpPr>
              <p:cNvPr id="1327" name="TextBox 1326">
                <a:extLst>
                  <a:ext uri="{FF2B5EF4-FFF2-40B4-BE49-F238E27FC236}">
                    <a16:creationId xmlns:a16="http://schemas.microsoft.com/office/drawing/2014/main" id="{08511335-2C6E-0B9A-113F-2274C044995A}"/>
                  </a:ext>
                </a:extLst>
              </p:cNvPr>
              <p:cNvSpPr txBox="1"/>
              <p:nvPr/>
            </p:nvSpPr>
            <p:spPr>
              <a:xfrm>
                <a:off x="738067" y="6782296"/>
                <a:ext cx="12272679" cy="1533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Currently working to publish journal articles on contact formulation of poroviscoelastic soft material</a:t>
                </a:r>
                <a:endParaRPr lang="en-US" sz="32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8" name="TextBox 1327">
                <a:extLst>
                  <a:ext uri="{FF2B5EF4-FFF2-40B4-BE49-F238E27FC236}">
                    <a16:creationId xmlns:a16="http://schemas.microsoft.com/office/drawing/2014/main" id="{B9EB3C4D-D4CA-1415-1A4A-12F6749C8911}"/>
                  </a:ext>
                </a:extLst>
              </p:cNvPr>
              <p:cNvSpPr txBox="1"/>
              <p:nvPr/>
            </p:nvSpPr>
            <p:spPr>
              <a:xfrm>
                <a:off x="443774" y="5472431"/>
                <a:ext cx="12697951" cy="1095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PUBLICATIONS</a:t>
                </a:r>
              </a:p>
            </p:txBody>
          </p:sp>
        </p:grpSp>
      </p:grpSp>
      <p:grpSp>
        <p:nvGrpSpPr>
          <p:cNvPr id="1329" name="Group 1328">
            <a:extLst>
              <a:ext uri="{FF2B5EF4-FFF2-40B4-BE49-F238E27FC236}">
                <a16:creationId xmlns:a16="http://schemas.microsoft.com/office/drawing/2014/main" id="{28CF451D-A8EC-402F-A6C8-ED6ADBBC7370}"/>
              </a:ext>
            </a:extLst>
          </p:cNvPr>
          <p:cNvGrpSpPr/>
          <p:nvPr/>
        </p:nvGrpSpPr>
        <p:grpSpPr>
          <a:xfrm>
            <a:off x="30739792" y="5237166"/>
            <a:ext cx="12631807" cy="9739881"/>
            <a:chOff x="443031" y="5409732"/>
            <a:chExt cx="12631807" cy="13807008"/>
          </a:xfrm>
        </p:grpSpPr>
        <p:sp>
          <p:nvSpPr>
            <p:cNvPr id="1330" name="Rectangle 1329">
              <a:extLst>
                <a:ext uri="{FF2B5EF4-FFF2-40B4-BE49-F238E27FC236}">
                  <a16:creationId xmlns:a16="http://schemas.microsoft.com/office/drawing/2014/main" id="{3C8E3846-A9DE-82E7-4395-DB3F9FD4AEB0}"/>
                </a:ext>
              </a:extLst>
            </p:cNvPr>
            <p:cNvSpPr/>
            <p:nvPr/>
          </p:nvSpPr>
          <p:spPr>
            <a:xfrm>
              <a:off x="506836" y="5409732"/>
              <a:ext cx="12568002" cy="1375563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1" name="Group 1330">
              <a:extLst>
                <a:ext uri="{FF2B5EF4-FFF2-40B4-BE49-F238E27FC236}">
                  <a16:creationId xmlns:a16="http://schemas.microsoft.com/office/drawing/2014/main" id="{177C977A-F1B9-C84C-CD88-CF036A73160C}"/>
                </a:ext>
              </a:extLst>
            </p:cNvPr>
            <p:cNvGrpSpPr/>
            <p:nvPr/>
          </p:nvGrpSpPr>
          <p:grpSpPr>
            <a:xfrm>
              <a:off x="443031" y="5472431"/>
              <a:ext cx="12547678" cy="13744309"/>
              <a:chOff x="443774" y="5472431"/>
              <a:chExt cx="12697951" cy="13744309"/>
            </a:xfrm>
          </p:grpSpPr>
          <p:sp>
            <p:nvSpPr>
              <p:cNvPr id="1332" name="TextBox 1331">
                <a:extLst>
                  <a:ext uri="{FF2B5EF4-FFF2-40B4-BE49-F238E27FC236}">
                    <a16:creationId xmlns:a16="http://schemas.microsoft.com/office/drawing/2014/main" id="{3AF415CD-72D0-73A4-9383-5019AED0E1E9}"/>
                  </a:ext>
                </a:extLst>
              </p:cNvPr>
              <p:cNvSpPr txBox="1"/>
              <p:nvPr/>
            </p:nvSpPr>
            <p:spPr>
              <a:xfrm>
                <a:off x="738067" y="6782297"/>
                <a:ext cx="12272679" cy="12434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Z stress, Z displacement, contact pressure in BS-BI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increases with decreasing indenter radius 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as the contact area contracts. Though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peak fluid pressure for BS-BI with 0.8 mm radius is maximum, the fluid pressure with this radius decreases to minimum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at the end of 5 seconds. One potential cause is that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larger internal stress can induce faster fluid flow toward regions with lower stress. 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Z stress and contact pressure is larger in case of BS-EI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In this case, the peak fluid pressure is greater in case of BS-EI. However,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fluid pressure for BS-BI becomes higher at the end of 5 seconds due to the diffusion 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between the substrate and the indenter. 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With respect to the load rate, the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NS-NI exhibits no change in Z stress 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at the end under different loading rate. In contrast,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BS-BI shows changes in stress with changing loading rate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32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BS-BI exhibits stiffer stress curve with faster loading rate</a:t>
                </a:r>
                <a:r>
                  <a: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</a:t>
                </a:r>
              </a:p>
            </p:txBody>
          </p:sp>
          <p:sp>
            <p:nvSpPr>
              <p:cNvPr id="1333" name="TextBox 1332">
                <a:extLst>
                  <a:ext uri="{FF2B5EF4-FFF2-40B4-BE49-F238E27FC236}">
                    <a16:creationId xmlns:a16="http://schemas.microsoft.com/office/drawing/2014/main" id="{B500BB62-1E38-F56B-658E-A5FF88D11C18}"/>
                  </a:ext>
                </a:extLst>
              </p:cNvPr>
              <p:cNvSpPr txBox="1"/>
              <p:nvPr/>
            </p:nvSpPr>
            <p:spPr>
              <a:xfrm>
                <a:off x="443774" y="5472431"/>
                <a:ext cx="12697951" cy="1095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CONCLUSION</a:t>
                </a:r>
              </a:p>
            </p:txBody>
          </p:sp>
        </p:grpSp>
      </p:grpSp>
      <p:graphicFrame>
        <p:nvGraphicFramePr>
          <p:cNvPr id="1341" name="Table 1289">
            <a:extLst>
              <a:ext uri="{FF2B5EF4-FFF2-40B4-BE49-F238E27FC236}">
                <a16:creationId xmlns:a16="http://schemas.microsoft.com/office/drawing/2014/main" id="{EE58CC8B-68EC-45DA-121D-178B43E14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458649"/>
              </p:ext>
            </p:extLst>
          </p:nvPr>
        </p:nvGraphicFramePr>
        <p:xfrm>
          <a:off x="24361742" y="7487867"/>
          <a:ext cx="6161460" cy="2901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0644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1602416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19634310"/>
                    </a:ext>
                  </a:extLst>
                </a:gridCol>
              </a:tblGrid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Elements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 stress</a:t>
                      </a:r>
                    </a:p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(MPa)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 displacement</a:t>
                      </a:r>
                    </a:p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(mm)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39.7291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0.257102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724685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40.8909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0.259558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3140138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41.191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0.26039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9400329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5648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41.6854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0.261517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0957030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130A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9983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130A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41.8345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130A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0.261941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8104537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17568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41.9875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0.262399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6557674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24062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42.2981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0.262825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4443261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4A99FD70-508A-4D8B-ADB0-647A85F34FA2}"/>
              </a:ext>
            </a:extLst>
          </p:cNvPr>
          <p:cNvGrpSpPr/>
          <p:nvPr/>
        </p:nvGrpSpPr>
        <p:grpSpPr>
          <a:xfrm>
            <a:off x="13280842" y="6740554"/>
            <a:ext cx="3288003" cy="9226845"/>
            <a:chOff x="13657042" y="6575938"/>
            <a:chExt cx="3288003" cy="9803807"/>
          </a:xfrm>
        </p:grpSpPr>
        <p:sp>
          <p:nvSpPr>
            <p:cNvPr id="1358" name="TextBox 1357">
              <a:extLst>
                <a:ext uri="{FF2B5EF4-FFF2-40B4-BE49-F238E27FC236}">
                  <a16:creationId xmlns:a16="http://schemas.microsoft.com/office/drawing/2014/main" id="{00C4B6DC-A951-078A-9752-578E588C632A}"/>
                </a:ext>
              </a:extLst>
            </p:cNvPr>
            <p:cNvSpPr txBox="1"/>
            <p:nvPr/>
          </p:nvSpPr>
          <p:spPr>
            <a:xfrm>
              <a:off x="15124905" y="14857004"/>
              <a:ext cx="9836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FD53E4D-AF28-4733-96EB-3C3B9A24D3F8}"/>
                </a:ext>
              </a:extLst>
            </p:cNvPr>
            <p:cNvGrpSpPr/>
            <p:nvPr/>
          </p:nvGrpSpPr>
          <p:grpSpPr>
            <a:xfrm>
              <a:off x="13657042" y="6575938"/>
              <a:ext cx="2806971" cy="8349638"/>
              <a:chOff x="13656890" y="6464558"/>
              <a:chExt cx="2806971" cy="8349638"/>
            </a:xfrm>
          </p:grpSpPr>
          <p:sp>
            <p:nvSpPr>
              <p:cNvPr id="1356" name="Diamond 1355">
                <a:extLst>
                  <a:ext uri="{FF2B5EF4-FFF2-40B4-BE49-F238E27FC236}">
                    <a16:creationId xmlns:a16="http://schemas.microsoft.com/office/drawing/2014/main" id="{7C778158-EA0F-F1BF-C5B6-D72CFCDBFFF5}"/>
                  </a:ext>
                </a:extLst>
              </p:cNvPr>
              <p:cNvSpPr/>
              <p:nvPr/>
            </p:nvSpPr>
            <p:spPr>
              <a:xfrm>
                <a:off x="13656890" y="13206052"/>
                <a:ext cx="2806971" cy="1608144"/>
              </a:xfrm>
              <a:prstGeom prst="diamond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>
                    <a:latin typeface="Arial" panose="020B0604020202020204" pitchFamily="34" charset="0"/>
                    <a:cs typeface="Arial" panose="020B0604020202020204" pitchFamily="34" charset="0"/>
                  </a:rPr>
                  <a:t>Does Result Converge?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47F6DFE-9DA6-42F6-86D3-B02DF5E5612C}"/>
                  </a:ext>
                </a:extLst>
              </p:cNvPr>
              <p:cNvGrpSpPr/>
              <p:nvPr/>
            </p:nvGrpSpPr>
            <p:grpSpPr>
              <a:xfrm>
                <a:off x="14280733" y="6464558"/>
                <a:ext cx="1531630" cy="6751785"/>
                <a:chOff x="14039341" y="12067106"/>
                <a:chExt cx="1531630" cy="6751785"/>
              </a:xfrm>
            </p:grpSpPr>
            <p:sp>
              <p:nvSpPr>
                <p:cNvPr id="1343" name="Rectangle 1342">
                  <a:extLst>
                    <a:ext uri="{FF2B5EF4-FFF2-40B4-BE49-F238E27FC236}">
                      <a16:creationId xmlns:a16="http://schemas.microsoft.com/office/drawing/2014/main" id="{9967F704-6665-7B61-C90F-FF9856120BD3}"/>
                    </a:ext>
                  </a:extLst>
                </p:cNvPr>
                <p:cNvSpPr/>
                <p:nvPr/>
              </p:nvSpPr>
              <p:spPr>
                <a:xfrm>
                  <a:off x="14057637" y="12067106"/>
                  <a:ext cx="1513334" cy="89656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Modeling Geometry</a:t>
                  </a:r>
                </a:p>
              </p:txBody>
            </p:sp>
            <p:cxnSp>
              <p:nvCxnSpPr>
                <p:cNvPr id="1344" name="Straight Arrow Connector 1343">
                  <a:extLst>
                    <a:ext uri="{FF2B5EF4-FFF2-40B4-BE49-F238E27FC236}">
                      <a16:creationId xmlns:a16="http://schemas.microsoft.com/office/drawing/2014/main" id="{1C7007B5-8AFC-E836-F68E-C898E80C9396}"/>
                    </a:ext>
                  </a:extLst>
                </p:cNvPr>
                <p:cNvCxnSpPr>
                  <a:cxnSpLocks/>
                  <a:endCxn id="1346" idx="0"/>
                </p:cNvCxnSpPr>
                <p:nvPr/>
              </p:nvCxnSpPr>
              <p:spPr>
                <a:xfrm>
                  <a:off x="14803586" y="12983147"/>
                  <a:ext cx="2073" cy="26463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46" name="Rectangle 1345">
                  <a:extLst>
                    <a:ext uri="{FF2B5EF4-FFF2-40B4-BE49-F238E27FC236}">
                      <a16:creationId xmlns:a16="http://schemas.microsoft.com/office/drawing/2014/main" id="{324DB503-2193-C112-41F8-836DC6B11864}"/>
                    </a:ext>
                  </a:extLst>
                </p:cNvPr>
                <p:cNvSpPr/>
                <p:nvPr/>
              </p:nvSpPr>
              <p:spPr>
                <a:xfrm>
                  <a:off x="14040347" y="13247777"/>
                  <a:ext cx="1530624" cy="343982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Meshing</a:t>
                  </a:r>
                </a:p>
              </p:txBody>
            </p:sp>
            <p:sp>
              <p:nvSpPr>
                <p:cNvPr id="1348" name="Rectangle 1347">
                  <a:extLst>
                    <a:ext uri="{FF2B5EF4-FFF2-40B4-BE49-F238E27FC236}">
                      <a16:creationId xmlns:a16="http://schemas.microsoft.com/office/drawing/2014/main" id="{5700504B-B273-22F1-6155-C8D1DF151E91}"/>
                    </a:ext>
                  </a:extLst>
                </p:cNvPr>
                <p:cNvSpPr/>
                <p:nvPr/>
              </p:nvSpPr>
              <p:spPr>
                <a:xfrm>
                  <a:off x="14040347" y="13884436"/>
                  <a:ext cx="1530624" cy="1186942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Assigning Material Properties</a:t>
                  </a:r>
                </a:p>
              </p:txBody>
            </p:sp>
            <p:sp>
              <p:nvSpPr>
                <p:cNvPr id="1349" name="Rectangle 1348">
                  <a:extLst>
                    <a:ext uri="{FF2B5EF4-FFF2-40B4-BE49-F238E27FC236}">
                      <a16:creationId xmlns:a16="http://schemas.microsoft.com/office/drawing/2014/main" id="{EDAA6781-80CD-DBEC-A3C0-DAC1F64428A1}"/>
                    </a:ext>
                  </a:extLst>
                </p:cNvPr>
                <p:cNvSpPr/>
                <p:nvPr/>
              </p:nvSpPr>
              <p:spPr>
                <a:xfrm>
                  <a:off x="14039341" y="15341817"/>
                  <a:ext cx="1530623" cy="1186942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Applying Boundary Conditions</a:t>
                  </a:r>
                </a:p>
              </p:txBody>
            </p:sp>
            <p:sp>
              <p:nvSpPr>
                <p:cNvPr id="1352" name="Rectangle 1351">
                  <a:extLst>
                    <a:ext uri="{FF2B5EF4-FFF2-40B4-BE49-F238E27FC236}">
                      <a16:creationId xmlns:a16="http://schemas.microsoft.com/office/drawing/2014/main" id="{044CBA26-7F05-C091-0DDB-5BDC1D1E4725}"/>
                    </a:ext>
                  </a:extLst>
                </p:cNvPr>
                <p:cNvSpPr/>
                <p:nvPr/>
              </p:nvSpPr>
              <p:spPr>
                <a:xfrm>
                  <a:off x="14039757" y="16825585"/>
                  <a:ext cx="1530622" cy="727001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Submitting Job</a:t>
                  </a:r>
                </a:p>
              </p:txBody>
            </p:sp>
            <p:sp>
              <p:nvSpPr>
                <p:cNvPr id="1354" name="Rectangle 1353">
                  <a:extLst>
                    <a:ext uri="{FF2B5EF4-FFF2-40B4-BE49-F238E27FC236}">
                      <a16:creationId xmlns:a16="http://schemas.microsoft.com/office/drawing/2014/main" id="{403C0124-90BE-4832-F70C-D4369C3CF662}"/>
                    </a:ext>
                  </a:extLst>
                </p:cNvPr>
                <p:cNvSpPr/>
                <p:nvPr/>
              </p:nvSpPr>
              <p:spPr>
                <a:xfrm>
                  <a:off x="14040350" y="17816289"/>
                  <a:ext cx="1513336" cy="727001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Visualizing Result</a:t>
                  </a:r>
                </a:p>
              </p:txBody>
            </p:sp>
            <p:cxnSp>
              <p:nvCxnSpPr>
                <p:cNvPr id="1363" name="Straight Arrow Connector 1362">
                  <a:extLst>
                    <a:ext uri="{FF2B5EF4-FFF2-40B4-BE49-F238E27FC236}">
                      <a16:creationId xmlns:a16="http://schemas.microsoft.com/office/drawing/2014/main" id="{F751B21F-0601-790F-9019-C2317FC0AA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813878" y="13591759"/>
                  <a:ext cx="0" cy="282644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9" name="Straight Arrow Connector 1368">
                  <a:extLst>
                    <a:ext uri="{FF2B5EF4-FFF2-40B4-BE49-F238E27FC236}">
                      <a16:creationId xmlns:a16="http://schemas.microsoft.com/office/drawing/2014/main" id="{B25611B2-47DD-5044-9A45-1573A2AAF0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97018" y="15071378"/>
                  <a:ext cx="0" cy="282644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6" name="Straight Arrow Connector 1375">
                  <a:extLst>
                    <a:ext uri="{FF2B5EF4-FFF2-40B4-BE49-F238E27FC236}">
                      <a16:creationId xmlns:a16="http://schemas.microsoft.com/office/drawing/2014/main" id="{61ADB693-7FF9-40FA-41E2-FEBCF9C9E4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803586" y="16528759"/>
                  <a:ext cx="0" cy="282644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7" name="Straight Arrow Connector 1376">
                  <a:extLst>
                    <a:ext uri="{FF2B5EF4-FFF2-40B4-BE49-F238E27FC236}">
                      <a16:creationId xmlns:a16="http://schemas.microsoft.com/office/drawing/2014/main" id="{F61CFEF0-E235-E257-4D7D-0DE8D2458E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97018" y="17552586"/>
                  <a:ext cx="0" cy="282644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8" name="Straight Arrow Connector 1377">
                  <a:extLst>
                    <a:ext uri="{FF2B5EF4-FFF2-40B4-BE49-F238E27FC236}">
                      <a16:creationId xmlns:a16="http://schemas.microsoft.com/office/drawing/2014/main" id="{FB6B7794-5438-1290-B907-6A402FF439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97018" y="18543290"/>
                  <a:ext cx="6568" cy="275601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79" name="Straight Arrow Connector 1378">
              <a:extLst>
                <a:ext uri="{FF2B5EF4-FFF2-40B4-BE49-F238E27FC236}">
                  <a16:creationId xmlns:a16="http://schemas.microsoft.com/office/drawing/2014/main" id="{ACA12F4C-2100-6A4A-3682-F084CD807177}"/>
                </a:ext>
              </a:extLst>
            </p:cNvPr>
            <p:cNvCxnSpPr>
              <a:cxnSpLocks/>
            </p:cNvCxnSpPr>
            <p:nvPr/>
          </p:nvCxnSpPr>
          <p:spPr>
            <a:xfrm>
              <a:off x="15062372" y="14906313"/>
              <a:ext cx="0" cy="3477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0" name="Rectangle 1379">
              <a:extLst>
                <a:ext uri="{FF2B5EF4-FFF2-40B4-BE49-F238E27FC236}">
                  <a16:creationId xmlns:a16="http://schemas.microsoft.com/office/drawing/2014/main" id="{A89CE369-4551-49B1-F27A-6661D57A1BED}"/>
                </a:ext>
              </a:extLst>
            </p:cNvPr>
            <p:cNvSpPr/>
            <p:nvPr/>
          </p:nvSpPr>
          <p:spPr>
            <a:xfrm>
              <a:off x="14280798" y="15288961"/>
              <a:ext cx="1513336" cy="1090784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Carrying out Analysis</a:t>
              </a:r>
            </a:p>
          </p:txBody>
        </p: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C3BC371D-875A-955C-8BDE-09E2B1FA6DC4}"/>
                </a:ext>
              </a:extLst>
            </p:cNvPr>
            <p:cNvCxnSpPr>
              <a:cxnSpLocks/>
            </p:cNvCxnSpPr>
            <p:nvPr/>
          </p:nvCxnSpPr>
          <p:spPr>
            <a:xfrm>
              <a:off x="15788168" y="15863762"/>
              <a:ext cx="913277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4" name="Straight Connector 1383">
              <a:extLst>
                <a:ext uri="{FF2B5EF4-FFF2-40B4-BE49-F238E27FC236}">
                  <a16:creationId xmlns:a16="http://schemas.microsoft.com/office/drawing/2014/main" id="{CF496E2A-BDD0-0E74-D650-5D4161CA8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01445" y="7930448"/>
              <a:ext cx="7062" cy="793331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6" name="Straight Arrow Connector 1385">
              <a:extLst>
                <a:ext uri="{FF2B5EF4-FFF2-40B4-BE49-F238E27FC236}">
                  <a16:creationId xmlns:a16="http://schemas.microsoft.com/office/drawing/2014/main" id="{82715725-48A0-C4A4-867C-63E5FF865C30}"/>
                </a:ext>
              </a:extLst>
            </p:cNvPr>
            <p:cNvCxnSpPr>
              <a:cxnSpLocks/>
              <a:endCxn id="1346" idx="3"/>
            </p:cNvCxnSpPr>
            <p:nvPr/>
          </p:nvCxnSpPr>
          <p:spPr>
            <a:xfrm flipH="1" flipV="1">
              <a:off x="15812515" y="7928600"/>
              <a:ext cx="895991" cy="18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7" name="TextBox 1386">
              <a:extLst>
                <a:ext uri="{FF2B5EF4-FFF2-40B4-BE49-F238E27FC236}">
                  <a16:creationId xmlns:a16="http://schemas.microsoft.com/office/drawing/2014/main" id="{F1ACEBC3-32EA-09EA-7E14-6D707F7DEF7C}"/>
                </a:ext>
              </a:extLst>
            </p:cNvPr>
            <p:cNvSpPr txBox="1"/>
            <p:nvPr/>
          </p:nvSpPr>
          <p:spPr>
            <a:xfrm>
              <a:off x="15961358" y="15463653"/>
              <a:ext cx="9836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</a:p>
          </p:txBody>
        </p:sp>
      </p:grpSp>
      <p:graphicFrame>
        <p:nvGraphicFramePr>
          <p:cNvPr id="1391" name="Table 1289">
            <a:extLst>
              <a:ext uri="{FF2B5EF4-FFF2-40B4-BE49-F238E27FC236}">
                <a16:creationId xmlns:a16="http://schemas.microsoft.com/office/drawing/2014/main" id="{BB44E820-1D85-2721-4EEF-527D90ECA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581359"/>
              </p:ext>
            </p:extLst>
          </p:nvPr>
        </p:nvGraphicFramePr>
        <p:xfrm>
          <a:off x="25897608" y="11256991"/>
          <a:ext cx="4638744" cy="1984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  <a:gridCol w="1819344">
                  <a:extLst>
                    <a:ext uri="{9D8B030D-6E8A-4147-A177-3AD203B41FA5}">
                      <a16:colId xmlns:a16="http://schemas.microsoft.com/office/drawing/2014/main" val="1919634310"/>
                    </a:ext>
                  </a:extLst>
                </a:gridCol>
              </a:tblGrid>
              <a:tr h="956656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Indenter Radius (mm)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Elements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Approximate Element Size(mm)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3263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9983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724685"/>
                  </a:ext>
                </a:extLst>
              </a:tr>
              <a:tr h="3263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8801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3140138"/>
                  </a:ext>
                </a:extLst>
              </a:tr>
              <a:tr h="3263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7641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9400329"/>
                  </a:ext>
                </a:extLst>
              </a:tr>
            </a:tbl>
          </a:graphicData>
        </a:graphic>
      </p:graphicFrame>
      <p:sp>
        <p:nvSpPr>
          <p:cNvPr id="1400" name="TextBox 1399">
            <a:extLst>
              <a:ext uri="{FF2B5EF4-FFF2-40B4-BE49-F238E27FC236}">
                <a16:creationId xmlns:a16="http://schemas.microsoft.com/office/drawing/2014/main" id="{6618EA60-2566-DC46-6BC6-278810E4C520}"/>
              </a:ext>
            </a:extLst>
          </p:cNvPr>
          <p:cNvSpPr txBox="1"/>
          <p:nvPr/>
        </p:nvSpPr>
        <p:spPr>
          <a:xfrm>
            <a:off x="13306162" y="16133946"/>
            <a:ext cx="318590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Figure-3: Flowchart for Mesh Sensitivity Analysis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12" name="TextBox 1411">
            <a:extLst>
              <a:ext uri="{FF2B5EF4-FFF2-40B4-BE49-F238E27FC236}">
                <a16:creationId xmlns:a16="http://schemas.microsoft.com/office/drawing/2014/main" id="{F940B41B-4A6C-B587-820B-216B973DF295}"/>
              </a:ext>
            </a:extLst>
          </p:cNvPr>
          <p:cNvSpPr txBox="1"/>
          <p:nvPr/>
        </p:nvSpPr>
        <p:spPr>
          <a:xfrm>
            <a:off x="24271027" y="6645584"/>
            <a:ext cx="62851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Table-6: Tabular Representation of Mesh Convergence Study</a:t>
            </a:r>
          </a:p>
        </p:txBody>
      </p:sp>
      <p:sp>
        <p:nvSpPr>
          <p:cNvPr id="1413" name="TextBox 1412">
            <a:extLst>
              <a:ext uri="{FF2B5EF4-FFF2-40B4-BE49-F238E27FC236}">
                <a16:creationId xmlns:a16="http://schemas.microsoft.com/office/drawing/2014/main" id="{E4AB8B59-9E24-C625-6831-076FA2526796}"/>
              </a:ext>
            </a:extLst>
          </p:cNvPr>
          <p:cNvSpPr txBox="1"/>
          <p:nvPr/>
        </p:nvSpPr>
        <p:spPr>
          <a:xfrm>
            <a:off x="24896294" y="10415749"/>
            <a:ext cx="56599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Table-7: Selected Mesh for Each Model with Different Radius </a:t>
            </a:r>
          </a:p>
        </p:txBody>
      </p:sp>
      <p:grpSp>
        <p:nvGrpSpPr>
          <p:cNvPr id="1419" name="Group 1418">
            <a:extLst>
              <a:ext uri="{FF2B5EF4-FFF2-40B4-BE49-F238E27FC236}">
                <a16:creationId xmlns:a16="http://schemas.microsoft.com/office/drawing/2014/main" id="{4D8C2D2B-D6E1-73DE-20BB-E27FB967FA8E}"/>
              </a:ext>
            </a:extLst>
          </p:cNvPr>
          <p:cNvGrpSpPr/>
          <p:nvPr/>
        </p:nvGrpSpPr>
        <p:grpSpPr>
          <a:xfrm>
            <a:off x="17830800" y="15718381"/>
            <a:ext cx="6400800" cy="428786"/>
            <a:chOff x="17442735" y="21380346"/>
            <a:chExt cx="6400800" cy="428786"/>
          </a:xfrm>
        </p:grpSpPr>
        <p:sp>
          <p:nvSpPr>
            <p:cNvPr id="1414" name="TextBox 1413">
              <a:extLst>
                <a:ext uri="{FF2B5EF4-FFF2-40B4-BE49-F238E27FC236}">
                  <a16:creationId xmlns:a16="http://schemas.microsoft.com/office/drawing/2014/main" id="{5223B987-6B27-9ED8-8E0A-C174A2B83CEB}"/>
                </a:ext>
              </a:extLst>
            </p:cNvPr>
            <p:cNvSpPr txBox="1"/>
            <p:nvPr/>
          </p:nvSpPr>
          <p:spPr>
            <a:xfrm>
              <a:off x="17442735" y="21380346"/>
              <a:ext cx="498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415" name="TextBox 1414">
              <a:extLst>
                <a:ext uri="{FF2B5EF4-FFF2-40B4-BE49-F238E27FC236}">
                  <a16:creationId xmlns:a16="http://schemas.microsoft.com/office/drawing/2014/main" id="{FB766DAE-1412-1AA8-BE43-539E73C00568}"/>
                </a:ext>
              </a:extLst>
            </p:cNvPr>
            <p:cNvSpPr txBox="1"/>
            <p:nvPr/>
          </p:nvSpPr>
          <p:spPr>
            <a:xfrm>
              <a:off x="20307004" y="21409022"/>
              <a:ext cx="6289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sp>
          <p:nvSpPr>
            <p:cNvPr id="1416" name="TextBox 1415">
              <a:extLst>
                <a:ext uri="{FF2B5EF4-FFF2-40B4-BE49-F238E27FC236}">
                  <a16:creationId xmlns:a16="http://schemas.microsoft.com/office/drawing/2014/main" id="{1CB15305-B7F0-484F-AFCF-315F34F65649}"/>
                </a:ext>
              </a:extLst>
            </p:cNvPr>
            <p:cNvSpPr txBox="1"/>
            <p:nvPr/>
          </p:nvSpPr>
          <p:spPr>
            <a:xfrm>
              <a:off x="23344911" y="21408483"/>
              <a:ext cx="498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</a:p>
          </p:txBody>
        </p:sp>
      </p:grpSp>
      <p:sp>
        <p:nvSpPr>
          <p:cNvPr id="1417" name="TextBox 1416">
            <a:extLst>
              <a:ext uri="{FF2B5EF4-FFF2-40B4-BE49-F238E27FC236}">
                <a16:creationId xmlns:a16="http://schemas.microsoft.com/office/drawing/2014/main" id="{C3BDB7B6-6461-4A77-5FDD-508922CF981F}"/>
              </a:ext>
            </a:extLst>
          </p:cNvPr>
          <p:cNvSpPr txBox="1"/>
          <p:nvPr/>
        </p:nvSpPr>
        <p:spPr>
          <a:xfrm>
            <a:off x="16690609" y="16147406"/>
            <a:ext cx="883639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Figure-5: Visual Representation of Selected Mesh Indenter (a) Radius 1 mm, (b) Radius 0.9 mm and           (c) Radius 0.8 mm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22" name="TextBox 1421">
            <a:extLst>
              <a:ext uri="{FF2B5EF4-FFF2-40B4-BE49-F238E27FC236}">
                <a16:creationId xmlns:a16="http://schemas.microsoft.com/office/drawing/2014/main" id="{304A2032-366D-8B19-08BE-C89B7665011D}"/>
              </a:ext>
            </a:extLst>
          </p:cNvPr>
          <p:cNvSpPr txBox="1"/>
          <p:nvPr/>
        </p:nvSpPr>
        <p:spPr>
          <a:xfrm>
            <a:off x="13279134" y="27575439"/>
            <a:ext cx="9052228" cy="58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Rate Dependent Response (NS-NI and BS-BI)</a:t>
            </a:r>
            <a:r>
              <a:rPr lang="en-US" sz="3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grpSp>
        <p:nvGrpSpPr>
          <p:cNvPr id="1443" name="Group 1442">
            <a:extLst>
              <a:ext uri="{FF2B5EF4-FFF2-40B4-BE49-F238E27FC236}">
                <a16:creationId xmlns:a16="http://schemas.microsoft.com/office/drawing/2014/main" id="{03722DE9-0BF9-58DC-836D-816B94582993}"/>
              </a:ext>
            </a:extLst>
          </p:cNvPr>
          <p:cNvGrpSpPr/>
          <p:nvPr/>
        </p:nvGrpSpPr>
        <p:grpSpPr>
          <a:xfrm>
            <a:off x="16455657" y="10060108"/>
            <a:ext cx="7826520" cy="1723588"/>
            <a:chOff x="16135995" y="15427102"/>
            <a:chExt cx="7826520" cy="1723588"/>
          </a:xfrm>
        </p:grpSpPr>
        <p:sp>
          <p:nvSpPr>
            <p:cNvPr id="1409" name="TextBox 1408">
              <a:extLst>
                <a:ext uri="{FF2B5EF4-FFF2-40B4-BE49-F238E27FC236}">
                  <a16:creationId xmlns:a16="http://schemas.microsoft.com/office/drawing/2014/main" id="{82C851D2-17B1-63B0-9CCA-74E66764F95F}"/>
                </a:ext>
              </a:extLst>
            </p:cNvPr>
            <p:cNvSpPr txBox="1"/>
            <p:nvPr/>
          </p:nvSpPr>
          <p:spPr>
            <a:xfrm>
              <a:off x="16135995" y="15904195"/>
              <a:ext cx="7826520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500" b="1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Figure-4: Graphical Representation of Mesh Convergence Study using the data from               (a) Z stress and (b) Z displacement   </a:t>
              </a:r>
              <a:endParaRPr lang="en-US" sz="25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TextBox 1409">
              <a:extLst>
                <a:ext uri="{FF2B5EF4-FFF2-40B4-BE49-F238E27FC236}">
                  <a16:creationId xmlns:a16="http://schemas.microsoft.com/office/drawing/2014/main" id="{E192DB0B-EEF1-08D1-A085-6B95A3E234A8}"/>
                </a:ext>
              </a:extLst>
            </p:cNvPr>
            <p:cNvSpPr txBox="1"/>
            <p:nvPr/>
          </p:nvSpPr>
          <p:spPr>
            <a:xfrm>
              <a:off x="18120738" y="15427102"/>
              <a:ext cx="498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411" name="TextBox 1410">
              <a:extLst>
                <a:ext uri="{FF2B5EF4-FFF2-40B4-BE49-F238E27FC236}">
                  <a16:creationId xmlns:a16="http://schemas.microsoft.com/office/drawing/2014/main" id="{9CD65740-3BDC-B682-5DFC-924C1B58C73F}"/>
                </a:ext>
              </a:extLst>
            </p:cNvPr>
            <p:cNvSpPr txBox="1"/>
            <p:nvPr/>
          </p:nvSpPr>
          <p:spPr>
            <a:xfrm>
              <a:off x="22075174" y="15466886"/>
              <a:ext cx="498624" cy="37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</p:grpSp>
      <p:sp>
        <p:nvSpPr>
          <p:cNvPr id="1441" name="TextBox 1440">
            <a:extLst>
              <a:ext uri="{FF2B5EF4-FFF2-40B4-BE49-F238E27FC236}">
                <a16:creationId xmlns:a16="http://schemas.microsoft.com/office/drawing/2014/main" id="{D165F359-5B95-2770-319C-B59465FDDB4D}"/>
              </a:ext>
            </a:extLst>
          </p:cNvPr>
          <p:cNvSpPr txBox="1"/>
          <p:nvPr/>
        </p:nvSpPr>
        <p:spPr>
          <a:xfrm>
            <a:off x="13301363" y="17427646"/>
            <a:ext cx="9687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Effect of Radius Variation (BS-BI) </a:t>
            </a:r>
          </a:p>
        </p:txBody>
      </p:sp>
      <p:sp>
        <p:nvSpPr>
          <p:cNvPr id="1452" name="TextBox 1451">
            <a:extLst>
              <a:ext uri="{FF2B5EF4-FFF2-40B4-BE49-F238E27FC236}">
                <a16:creationId xmlns:a16="http://schemas.microsoft.com/office/drawing/2014/main" id="{A3E92878-394B-8F6F-82FF-6B4C424EEC6E}"/>
              </a:ext>
            </a:extLst>
          </p:cNvPr>
          <p:cNvSpPr txBox="1"/>
          <p:nvPr/>
        </p:nvSpPr>
        <p:spPr>
          <a:xfrm>
            <a:off x="13306162" y="22392127"/>
            <a:ext cx="7608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Effect of</a:t>
            </a:r>
            <a:r>
              <a:rPr lang="en-US" sz="32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Indenter Material</a:t>
            </a:r>
            <a:r>
              <a:rPr lang="en-US" sz="3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Variation</a:t>
            </a:r>
          </a:p>
        </p:txBody>
      </p:sp>
      <p:sp>
        <p:nvSpPr>
          <p:cNvPr id="1461" name="Oval 1460">
            <a:extLst>
              <a:ext uri="{FF2B5EF4-FFF2-40B4-BE49-F238E27FC236}">
                <a16:creationId xmlns:a16="http://schemas.microsoft.com/office/drawing/2014/main" id="{5A0EB2C2-9865-B444-DC10-6B2BE96953DE}"/>
              </a:ext>
            </a:extLst>
          </p:cNvPr>
          <p:cNvSpPr/>
          <p:nvPr/>
        </p:nvSpPr>
        <p:spPr>
          <a:xfrm>
            <a:off x="25406695" y="20197905"/>
            <a:ext cx="771311" cy="70129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TextBox 1470">
            <a:extLst>
              <a:ext uri="{FF2B5EF4-FFF2-40B4-BE49-F238E27FC236}">
                <a16:creationId xmlns:a16="http://schemas.microsoft.com/office/drawing/2014/main" id="{B9A1BAC0-5740-EE6F-7ADC-3181F766D5D5}"/>
              </a:ext>
            </a:extLst>
          </p:cNvPr>
          <p:cNvSpPr txBox="1"/>
          <p:nvPr/>
        </p:nvSpPr>
        <p:spPr>
          <a:xfrm>
            <a:off x="13318405" y="21407919"/>
            <a:ext cx="43292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Figure-7: Z Stress Variation with Z displacement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72" name="TextBox 1471">
            <a:extLst>
              <a:ext uri="{FF2B5EF4-FFF2-40B4-BE49-F238E27FC236}">
                <a16:creationId xmlns:a16="http://schemas.microsoft.com/office/drawing/2014/main" id="{9560590A-43B5-EC53-43C6-03A20DA4BA01}"/>
              </a:ext>
            </a:extLst>
          </p:cNvPr>
          <p:cNvSpPr txBox="1"/>
          <p:nvPr/>
        </p:nvSpPr>
        <p:spPr>
          <a:xfrm>
            <a:off x="17844967" y="21407919"/>
            <a:ext cx="43292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Figure-8: Contact Pressure Variation with Time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73" name="TextBox 1472">
            <a:extLst>
              <a:ext uri="{FF2B5EF4-FFF2-40B4-BE49-F238E27FC236}">
                <a16:creationId xmlns:a16="http://schemas.microsoft.com/office/drawing/2014/main" id="{80E8606C-AF21-E6D9-E4D7-71495EAC44BF}"/>
              </a:ext>
            </a:extLst>
          </p:cNvPr>
          <p:cNvSpPr txBox="1"/>
          <p:nvPr/>
        </p:nvSpPr>
        <p:spPr>
          <a:xfrm>
            <a:off x="22988759" y="21837776"/>
            <a:ext cx="716733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Figure-9: Fluid Pressure Variation with Time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74" name="TextBox 1473">
            <a:extLst>
              <a:ext uri="{FF2B5EF4-FFF2-40B4-BE49-F238E27FC236}">
                <a16:creationId xmlns:a16="http://schemas.microsoft.com/office/drawing/2014/main" id="{07A99F72-31E1-800B-976A-8A3F6F5F5857}"/>
              </a:ext>
            </a:extLst>
          </p:cNvPr>
          <p:cNvSpPr txBox="1"/>
          <p:nvPr/>
        </p:nvSpPr>
        <p:spPr>
          <a:xfrm>
            <a:off x="13325475" y="26707459"/>
            <a:ext cx="91720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Figure-10: (a) Contact Pressure and (b) Fluid Pressure Variation with Time for  BS-BI and BS-EI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75" name="TextBox 1474">
            <a:extLst>
              <a:ext uri="{FF2B5EF4-FFF2-40B4-BE49-F238E27FC236}">
                <a16:creationId xmlns:a16="http://schemas.microsoft.com/office/drawing/2014/main" id="{24764F29-89DC-1F1B-225B-9E6A83D3C60E}"/>
              </a:ext>
            </a:extLst>
          </p:cNvPr>
          <p:cNvSpPr txBox="1"/>
          <p:nvPr/>
        </p:nvSpPr>
        <p:spPr>
          <a:xfrm>
            <a:off x="22893461" y="26707863"/>
            <a:ext cx="75865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Figure-11: Z Stress Contours of Analysis with  (a) BS-BI and (b) BS-EI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1407" name="Group 1406">
            <a:extLst>
              <a:ext uri="{FF2B5EF4-FFF2-40B4-BE49-F238E27FC236}">
                <a16:creationId xmlns:a16="http://schemas.microsoft.com/office/drawing/2014/main" id="{250FC90D-1DE2-C32D-A3A1-DEDF75F3A422}"/>
              </a:ext>
            </a:extLst>
          </p:cNvPr>
          <p:cNvGrpSpPr/>
          <p:nvPr/>
        </p:nvGrpSpPr>
        <p:grpSpPr>
          <a:xfrm>
            <a:off x="22900230" y="22620365"/>
            <a:ext cx="7469879" cy="4092593"/>
            <a:chOff x="22990985" y="22404871"/>
            <a:chExt cx="7469879" cy="4092593"/>
          </a:xfrm>
        </p:grpSpPr>
        <p:pic>
          <p:nvPicPr>
            <p:cNvPr id="1468" name="Picture 1467" descr="A rainbow colored grid on a white background&#10;&#10;Description automatically generated">
              <a:extLst>
                <a:ext uri="{FF2B5EF4-FFF2-40B4-BE49-F238E27FC236}">
                  <a16:creationId xmlns:a16="http://schemas.microsoft.com/office/drawing/2014/main" id="{BEFB8997-02A8-C99C-3365-06DA939CE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90985" y="22431469"/>
              <a:ext cx="3173111" cy="3674941"/>
            </a:xfrm>
            <a:prstGeom prst="rect">
              <a:avLst/>
            </a:prstGeom>
          </p:spPr>
        </p:pic>
        <p:pic>
          <p:nvPicPr>
            <p:cNvPr id="1470" name="Picture 1469" descr="A rainbow colored grid on a white background&#10;&#10;Description automatically generated">
              <a:extLst>
                <a:ext uri="{FF2B5EF4-FFF2-40B4-BE49-F238E27FC236}">
                  <a16:creationId xmlns:a16="http://schemas.microsoft.com/office/drawing/2014/main" id="{F87DF4DE-FAC8-9A5A-51E2-C7E1D6417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90655" y="22404871"/>
              <a:ext cx="3170209" cy="3703731"/>
            </a:xfrm>
            <a:prstGeom prst="rect">
              <a:avLst/>
            </a:prstGeom>
          </p:spPr>
        </p:pic>
        <p:sp>
          <p:nvSpPr>
            <p:cNvPr id="1480" name="TextBox 1479">
              <a:extLst>
                <a:ext uri="{FF2B5EF4-FFF2-40B4-BE49-F238E27FC236}">
                  <a16:creationId xmlns:a16="http://schemas.microsoft.com/office/drawing/2014/main" id="{F4B58B2D-150A-67DB-496E-629967C28B2E}"/>
                </a:ext>
              </a:extLst>
            </p:cNvPr>
            <p:cNvSpPr txBox="1"/>
            <p:nvPr/>
          </p:nvSpPr>
          <p:spPr>
            <a:xfrm>
              <a:off x="24315383" y="26090067"/>
              <a:ext cx="498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a)</a:t>
              </a:r>
            </a:p>
          </p:txBody>
        </p: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025F3A18-BBC7-F840-E389-B966935BCBD0}"/>
                </a:ext>
              </a:extLst>
            </p:cNvPr>
            <p:cNvSpPr txBox="1"/>
            <p:nvPr/>
          </p:nvSpPr>
          <p:spPr>
            <a:xfrm>
              <a:off x="28487917" y="26097354"/>
              <a:ext cx="7105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</p:grpSp>
      <p:sp>
        <p:nvSpPr>
          <p:cNvPr id="1482" name="TextBox 1481">
            <a:extLst>
              <a:ext uri="{FF2B5EF4-FFF2-40B4-BE49-F238E27FC236}">
                <a16:creationId xmlns:a16="http://schemas.microsoft.com/office/drawing/2014/main" id="{AE856FAA-5F33-5455-474D-578C5E1B77EA}"/>
              </a:ext>
            </a:extLst>
          </p:cNvPr>
          <p:cNvSpPr txBox="1"/>
          <p:nvPr/>
        </p:nvSpPr>
        <p:spPr>
          <a:xfrm>
            <a:off x="14354396" y="31942532"/>
            <a:ext cx="73009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Figure-12: Rate-dependent Response in NS-NI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83" name="TextBox 1482">
            <a:extLst>
              <a:ext uri="{FF2B5EF4-FFF2-40B4-BE49-F238E27FC236}">
                <a16:creationId xmlns:a16="http://schemas.microsoft.com/office/drawing/2014/main" id="{F1223E81-1328-5CFD-ED14-E51AA8C2D5CB}"/>
              </a:ext>
            </a:extLst>
          </p:cNvPr>
          <p:cNvSpPr txBox="1"/>
          <p:nvPr/>
        </p:nvSpPr>
        <p:spPr>
          <a:xfrm>
            <a:off x="22824904" y="31929000"/>
            <a:ext cx="716733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Figure-13: Rate-dependent Response in BS-BI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0F4490A-A706-44B8-A1D9-FFDC6C6F8513}"/>
              </a:ext>
            </a:extLst>
          </p:cNvPr>
          <p:cNvGrpSpPr/>
          <p:nvPr/>
        </p:nvGrpSpPr>
        <p:grpSpPr>
          <a:xfrm>
            <a:off x="445121" y="23701205"/>
            <a:ext cx="12573001" cy="8803919"/>
            <a:chOff x="398931" y="17449743"/>
            <a:chExt cx="12573001" cy="11482537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D27D925-ED85-4935-9160-195161D89437}"/>
                </a:ext>
              </a:extLst>
            </p:cNvPr>
            <p:cNvSpPr/>
            <p:nvPr/>
          </p:nvSpPr>
          <p:spPr>
            <a:xfrm>
              <a:off x="398931" y="17449743"/>
              <a:ext cx="12573001" cy="1148253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8EDE6AD-69AB-43EC-89DD-275B02A574BB}"/>
                </a:ext>
              </a:extLst>
            </p:cNvPr>
            <p:cNvSpPr txBox="1"/>
            <p:nvPr/>
          </p:nvSpPr>
          <p:spPr>
            <a:xfrm>
              <a:off x="503007" y="17536874"/>
              <a:ext cx="1236657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NUMERICAL SETUP</a:t>
              </a:r>
            </a:p>
          </p:txBody>
        </p:sp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B8758E8C-EE70-43E0-B6E8-2E14B5659F9C}"/>
              </a:ext>
            </a:extLst>
          </p:cNvPr>
          <p:cNvSpPr txBox="1"/>
          <p:nvPr/>
        </p:nvSpPr>
        <p:spPr>
          <a:xfrm>
            <a:off x="6799885" y="28734565"/>
            <a:ext cx="374438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Figure-2: Modeling Geometry and Applied Boundary Conditions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0" name="Table 1289">
            <a:extLst>
              <a:ext uri="{FF2B5EF4-FFF2-40B4-BE49-F238E27FC236}">
                <a16:creationId xmlns:a16="http://schemas.microsoft.com/office/drawing/2014/main" id="{0FFAF8D0-F4BF-456C-8277-02032BD55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80001"/>
              </p:ext>
            </p:extLst>
          </p:nvPr>
        </p:nvGraphicFramePr>
        <p:xfrm>
          <a:off x="628499" y="24930818"/>
          <a:ext cx="961377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4731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86661372"/>
                    </a:ext>
                  </a:extLst>
                </a:gridCol>
                <a:gridCol w="2406662">
                  <a:extLst>
                    <a:ext uri="{9D8B030D-6E8A-4147-A177-3AD203B41FA5}">
                      <a16:colId xmlns:a16="http://schemas.microsoft.com/office/drawing/2014/main" val="186604029"/>
                    </a:ext>
                  </a:extLst>
                </a:gridCol>
                <a:gridCol w="1618578">
                  <a:extLst>
                    <a:ext uri="{9D8B030D-6E8A-4147-A177-3AD203B41FA5}">
                      <a16:colId xmlns:a16="http://schemas.microsoft.com/office/drawing/2014/main" val="2411082221"/>
                    </a:ext>
                  </a:extLst>
                </a:gridCol>
              </a:tblGrid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Solid Volume Fraction, phi0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Fluid Density</a:t>
                      </a:r>
                    </a:p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(tonne/mm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Permeability</a:t>
                      </a:r>
                    </a:p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(mm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/N.s)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Young’s Modulus of solid (MPa)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Poisson’s Ratio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b="1" baseline="30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57030"/>
                  </a:ext>
                </a:extLst>
              </a:tr>
            </a:tbl>
          </a:graphicData>
        </a:graphic>
      </p:graphicFrame>
      <p:graphicFrame>
        <p:nvGraphicFramePr>
          <p:cNvPr id="208" name="Table 1289">
            <a:extLst>
              <a:ext uri="{FF2B5EF4-FFF2-40B4-BE49-F238E27FC236}">
                <a16:creationId xmlns:a16="http://schemas.microsoft.com/office/drawing/2014/main" id="{ACDEB4B9-1258-43C7-831D-92A4505C4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84685"/>
              </p:ext>
            </p:extLst>
          </p:nvPr>
        </p:nvGraphicFramePr>
        <p:xfrm>
          <a:off x="628499" y="26558619"/>
          <a:ext cx="5181983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383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</a:tblGrid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Young’s Modulus (MPa)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Poisson’s Ratio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0957030"/>
                  </a:ext>
                </a:extLst>
              </a:tr>
            </a:tbl>
          </a:graphicData>
        </a:graphic>
      </p:graphicFrame>
      <p:graphicFrame>
        <p:nvGraphicFramePr>
          <p:cNvPr id="211" name="Table 1289">
            <a:extLst>
              <a:ext uri="{FF2B5EF4-FFF2-40B4-BE49-F238E27FC236}">
                <a16:creationId xmlns:a16="http://schemas.microsoft.com/office/drawing/2014/main" id="{5703DCF8-4E15-41CC-9C67-90084C789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26778"/>
              </p:ext>
            </p:extLst>
          </p:nvPr>
        </p:nvGraphicFramePr>
        <p:xfrm>
          <a:off x="669831" y="29201614"/>
          <a:ext cx="617174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838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4502902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</a:tblGrid>
              <a:tr h="286182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Biphasic Indenter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275343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 Indenter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724685"/>
                  </a:ext>
                </a:extLst>
              </a:tr>
              <a:tr h="229623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Indenter Radius 1 mm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3140138"/>
                  </a:ext>
                </a:extLst>
              </a:tr>
              <a:tr h="305823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Indenter Radius 0.9 mm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9400329"/>
                  </a:ext>
                </a:extLst>
              </a:tr>
              <a:tr h="244863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Indenter Radius 0.8 mm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0957030"/>
                  </a:ext>
                </a:extLst>
              </a:tr>
              <a:tr h="29870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Loading Rate 10 N / 0.25 sec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2223358"/>
                  </a:ext>
                </a:extLst>
              </a:tr>
              <a:tr h="28346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Loading Rate 10 N / 1 sec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625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8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Loading Rate 10 N / 4 sec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3613887"/>
                  </a:ext>
                </a:extLst>
              </a:tr>
            </a:tbl>
          </a:graphicData>
        </a:graphic>
      </p:graphicFrame>
      <p:sp>
        <p:nvSpPr>
          <p:cNvPr id="214" name="TextBox 213">
            <a:extLst>
              <a:ext uri="{FF2B5EF4-FFF2-40B4-BE49-F238E27FC236}">
                <a16:creationId xmlns:a16="http://schemas.microsoft.com/office/drawing/2014/main" id="{4DD9BACB-C492-488E-8560-160DDFF04719}"/>
              </a:ext>
            </a:extLst>
          </p:cNvPr>
          <p:cNvSpPr txBox="1"/>
          <p:nvPr/>
        </p:nvSpPr>
        <p:spPr>
          <a:xfrm>
            <a:off x="574995" y="24473463"/>
            <a:ext cx="62899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Table-1: Material Properties (Biphasic)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2D09E87-CC16-46C3-8EFE-97E80EFDA468}"/>
              </a:ext>
            </a:extLst>
          </p:cNvPr>
          <p:cNvSpPr txBox="1"/>
          <p:nvPr/>
        </p:nvSpPr>
        <p:spPr>
          <a:xfrm>
            <a:off x="515850" y="26097354"/>
            <a:ext cx="60613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Table-2: Material Properties (Elastic)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2398BE2-4AF1-4973-B7A4-AB17EA421365}"/>
              </a:ext>
            </a:extLst>
          </p:cNvPr>
          <p:cNvSpPr txBox="1"/>
          <p:nvPr/>
        </p:nvSpPr>
        <p:spPr>
          <a:xfrm>
            <a:off x="594045" y="28681929"/>
            <a:ext cx="38485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Table-4: Study Cases</a:t>
            </a:r>
          </a:p>
        </p:txBody>
      </p:sp>
      <p:grpSp>
        <p:nvGrpSpPr>
          <p:cNvPr id="1385" name="Group 1384">
            <a:extLst>
              <a:ext uri="{FF2B5EF4-FFF2-40B4-BE49-F238E27FC236}">
                <a16:creationId xmlns:a16="http://schemas.microsoft.com/office/drawing/2014/main" id="{86900145-749C-7DFE-DCB6-FF5F48AE2F91}"/>
              </a:ext>
            </a:extLst>
          </p:cNvPr>
          <p:cNvGrpSpPr/>
          <p:nvPr/>
        </p:nvGrpSpPr>
        <p:grpSpPr>
          <a:xfrm>
            <a:off x="7412227" y="26107913"/>
            <a:ext cx="2799210" cy="2742997"/>
            <a:chOff x="9774771" y="26585014"/>
            <a:chExt cx="3946875" cy="3884539"/>
          </a:xfrm>
        </p:grpSpPr>
        <p:pic>
          <p:nvPicPr>
            <p:cNvPr id="1290" name="Picture 1289">
              <a:extLst>
                <a:ext uri="{FF2B5EF4-FFF2-40B4-BE49-F238E27FC236}">
                  <a16:creationId xmlns:a16="http://schemas.microsoft.com/office/drawing/2014/main" id="{0F9F5EBE-8A44-6E28-529A-BCF339963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173576" y="26585014"/>
              <a:ext cx="1444252" cy="3884539"/>
            </a:xfrm>
            <a:prstGeom prst="rect">
              <a:avLst/>
            </a:prstGeom>
          </p:spPr>
        </p:pic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5717E816-CC47-7A26-F32F-0B36B44BBADB}"/>
                </a:ext>
              </a:extLst>
            </p:cNvPr>
            <p:cNvSpPr txBox="1"/>
            <p:nvPr/>
          </p:nvSpPr>
          <p:spPr>
            <a:xfrm>
              <a:off x="9774771" y="26649958"/>
              <a:ext cx="1219725" cy="566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10 N</a:t>
              </a:r>
            </a:p>
          </p:txBody>
        </p:sp>
        <p:grpSp>
          <p:nvGrpSpPr>
            <p:cNvPr id="1381" name="Group 1380">
              <a:extLst>
                <a:ext uri="{FF2B5EF4-FFF2-40B4-BE49-F238E27FC236}">
                  <a16:creationId xmlns:a16="http://schemas.microsoft.com/office/drawing/2014/main" id="{C07F521F-9A00-BC97-9508-2FC52AE93FD0}"/>
                </a:ext>
              </a:extLst>
            </p:cNvPr>
            <p:cNvGrpSpPr/>
            <p:nvPr/>
          </p:nvGrpSpPr>
          <p:grpSpPr>
            <a:xfrm>
              <a:off x="10395352" y="29570564"/>
              <a:ext cx="1143000" cy="1983"/>
              <a:chOff x="10058400" y="30440957"/>
              <a:chExt cx="1143000" cy="198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C835264-3D18-1667-EAE7-C140110E3F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0400" y="30440957"/>
                <a:ext cx="381000" cy="0"/>
              </a:xfrm>
              <a:prstGeom prst="straightConnector1">
                <a:avLst/>
              </a:prstGeom>
              <a:ln w="28575">
                <a:tailEnd type="stealt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83162B0-C394-9B27-65C6-F20336ACDB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58400" y="30442940"/>
                <a:ext cx="381000" cy="0"/>
              </a:xfrm>
              <a:prstGeom prst="straightConnector1">
                <a:avLst/>
              </a:prstGeom>
              <a:ln w="28575">
                <a:tailEnd type="stealt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7854B7-8337-BF54-E9AA-F6391BF1DBF1}"/>
                </a:ext>
              </a:extLst>
            </p:cNvPr>
            <p:cNvSpPr txBox="1"/>
            <p:nvPr/>
          </p:nvSpPr>
          <p:spPr>
            <a:xfrm>
              <a:off x="10354909" y="28930280"/>
              <a:ext cx="1629851" cy="566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1 mm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642E29-E349-C25D-614E-7FE99F308C22}"/>
                </a:ext>
              </a:extLst>
            </p:cNvPr>
            <p:cNvSpPr txBox="1"/>
            <p:nvPr/>
          </p:nvSpPr>
          <p:spPr>
            <a:xfrm>
              <a:off x="11799075" y="27172832"/>
              <a:ext cx="1707722" cy="566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Indenter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346D46-C26D-3247-2E1F-43A19DB88001}"/>
                </a:ext>
              </a:extLst>
            </p:cNvPr>
            <p:cNvSpPr txBox="1"/>
            <p:nvPr/>
          </p:nvSpPr>
          <p:spPr>
            <a:xfrm>
              <a:off x="11664060" y="28512651"/>
              <a:ext cx="2057586" cy="566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Substrate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A36CD6F-19DB-FB61-C8DC-5FD7D5BA9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4426" y="27400403"/>
              <a:ext cx="531652" cy="0"/>
            </a:xfrm>
            <a:prstGeom prst="straightConnector1">
              <a:avLst/>
            </a:prstGeom>
            <a:ln w="28575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87E0C24-BAB8-B4CF-2167-AE36AAD43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4426" y="28735303"/>
              <a:ext cx="531652" cy="0"/>
            </a:xfrm>
            <a:prstGeom prst="straightConnector1">
              <a:avLst/>
            </a:prstGeom>
            <a:ln w="28575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DB44222-57AA-4D0B-8198-BDB3D7BB76E7}"/>
              </a:ext>
            </a:extLst>
          </p:cNvPr>
          <p:cNvSpPr txBox="1"/>
          <p:nvPr/>
        </p:nvSpPr>
        <p:spPr>
          <a:xfrm>
            <a:off x="594045" y="27400403"/>
            <a:ext cx="67329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Table-3: Material Properties (Neo Hookean)</a:t>
            </a:r>
          </a:p>
        </p:txBody>
      </p:sp>
      <p:graphicFrame>
        <p:nvGraphicFramePr>
          <p:cNvPr id="46" name="Table 1289">
            <a:extLst>
              <a:ext uri="{FF2B5EF4-FFF2-40B4-BE49-F238E27FC236}">
                <a16:creationId xmlns:a16="http://schemas.microsoft.com/office/drawing/2014/main" id="{FEAD2FCA-F152-57C2-8379-C5209AA16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176496"/>
              </p:ext>
            </p:extLst>
          </p:nvPr>
        </p:nvGraphicFramePr>
        <p:xfrm>
          <a:off x="640831" y="27862043"/>
          <a:ext cx="5181983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383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</a:tblGrid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Young’s Modulus (MPa)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Poisson’s Ratio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0957030"/>
                  </a:ext>
                </a:extLst>
              </a:tr>
            </a:tbl>
          </a:graphicData>
        </a:graphic>
      </p:graphicFrame>
      <p:pic>
        <p:nvPicPr>
          <p:cNvPr id="58" name="Picture 57">
            <a:extLst>
              <a:ext uri="{FF2B5EF4-FFF2-40B4-BE49-F238E27FC236}">
                <a16:creationId xmlns:a16="http://schemas.microsoft.com/office/drawing/2014/main" id="{679ABE42-E937-6845-975A-6EE04775E4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269200" y="6632793"/>
            <a:ext cx="4124325" cy="366712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971ECDF-5275-7453-14A6-E387099F7E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0" y="6632792"/>
            <a:ext cx="4124325" cy="3667125"/>
          </a:xfrm>
          <a:prstGeom prst="rect">
            <a:avLst/>
          </a:prstGeom>
        </p:spPr>
      </p:pic>
      <p:pic>
        <p:nvPicPr>
          <p:cNvPr id="1351" name="Picture 1350" descr="A cube with a diagram&#10;&#10;Description automatically generated with medium confidence">
            <a:extLst>
              <a:ext uri="{FF2B5EF4-FFF2-40B4-BE49-F238E27FC236}">
                <a16:creationId xmlns:a16="http://schemas.microsoft.com/office/drawing/2014/main" id="{BE6E7A73-77D8-84FA-63DD-074555BBDF2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613" y="13309222"/>
            <a:ext cx="4292290" cy="3936203"/>
          </a:xfrm>
          <a:prstGeom prst="rect">
            <a:avLst/>
          </a:prstGeom>
        </p:spPr>
      </p:pic>
      <p:sp>
        <p:nvSpPr>
          <p:cNvPr id="1353" name="Oval 1352">
            <a:extLst>
              <a:ext uri="{FF2B5EF4-FFF2-40B4-BE49-F238E27FC236}">
                <a16:creationId xmlns:a16="http://schemas.microsoft.com/office/drawing/2014/main" id="{2D1EFCD9-05FA-B3CD-FB55-54B3ED03ADB5}"/>
              </a:ext>
            </a:extLst>
          </p:cNvPr>
          <p:cNvSpPr/>
          <p:nvPr/>
        </p:nvSpPr>
        <p:spPr>
          <a:xfrm rot="21211530" flipH="1" flipV="1">
            <a:off x="28219412" y="15017840"/>
            <a:ext cx="45719" cy="45719"/>
          </a:xfrm>
          <a:prstGeom prst="ellipse">
            <a:avLst/>
          </a:prstGeom>
          <a:solidFill>
            <a:srgbClr val="E2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" name="TextBox 1360">
            <a:extLst>
              <a:ext uri="{FF2B5EF4-FFF2-40B4-BE49-F238E27FC236}">
                <a16:creationId xmlns:a16="http://schemas.microsoft.com/office/drawing/2014/main" id="{B44EFEB9-1A9A-2283-7A53-4BCA7E43D48F}"/>
              </a:ext>
            </a:extLst>
          </p:cNvPr>
          <p:cNvSpPr txBox="1"/>
          <p:nvPr/>
        </p:nvSpPr>
        <p:spPr>
          <a:xfrm>
            <a:off x="25957307" y="17237221"/>
            <a:ext cx="42922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Figure-6: The Reference Point for Analysis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364" name="Picture 1363" descr="A 3d model of a sphere&#10;&#10;Description automatically generated">
            <a:extLst>
              <a:ext uri="{FF2B5EF4-FFF2-40B4-BE49-F238E27FC236}">
                <a16:creationId xmlns:a16="http://schemas.microsoft.com/office/drawing/2014/main" id="{C08F3213-5C93-50EA-92FF-AC9D5527D7A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0194" y="12185544"/>
            <a:ext cx="2906088" cy="3419856"/>
          </a:xfrm>
          <a:prstGeom prst="rect">
            <a:avLst/>
          </a:prstGeom>
        </p:spPr>
      </p:pic>
      <p:pic>
        <p:nvPicPr>
          <p:cNvPr id="1366" name="Picture 1365" descr="A drawing of a structure&#10;&#10;Description automatically generated with medium confidence">
            <a:extLst>
              <a:ext uri="{FF2B5EF4-FFF2-40B4-BE49-F238E27FC236}">
                <a16:creationId xmlns:a16="http://schemas.microsoft.com/office/drawing/2014/main" id="{4D1A885E-D2DF-2876-07E7-B594FE668B02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3400" y="12186962"/>
            <a:ext cx="2907792" cy="3419856"/>
          </a:xfrm>
          <a:prstGeom prst="rect">
            <a:avLst/>
          </a:prstGeom>
        </p:spPr>
      </p:pic>
      <p:pic>
        <p:nvPicPr>
          <p:cNvPr id="1368" name="Picture 1367" descr="A building with a sphere in the middle&#10;&#10;Description automatically generated with medium confidence">
            <a:extLst>
              <a:ext uri="{FF2B5EF4-FFF2-40B4-BE49-F238E27FC236}">
                <a16:creationId xmlns:a16="http://schemas.microsoft.com/office/drawing/2014/main" id="{4F58666F-8EBF-3D10-EAFF-CDE341A239E3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5200" y="12185544"/>
            <a:ext cx="2907792" cy="3419856"/>
          </a:xfrm>
          <a:prstGeom prst="rect">
            <a:avLst/>
          </a:prstGeom>
        </p:spPr>
      </p:pic>
      <p:pic>
        <p:nvPicPr>
          <p:cNvPr id="1370" name="Picture 1369">
            <a:extLst>
              <a:ext uri="{FF2B5EF4-FFF2-40B4-BE49-F238E27FC236}">
                <a16:creationId xmlns:a16="http://schemas.microsoft.com/office/drawing/2014/main" id="{A9502000-EE18-10BB-2577-814962F2394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33939" y="17851946"/>
            <a:ext cx="4124325" cy="3667125"/>
          </a:xfrm>
          <a:prstGeom prst="rect">
            <a:avLst/>
          </a:prstGeom>
        </p:spPr>
      </p:pic>
      <p:pic>
        <p:nvPicPr>
          <p:cNvPr id="1371" name="Picture 1370">
            <a:extLst>
              <a:ext uri="{FF2B5EF4-FFF2-40B4-BE49-F238E27FC236}">
                <a16:creationId xmlns:a16="http://schemas.microsoft.com/office/drawing/2014/main" id="{A2A166E5-C7DB-DFD6-0079-5143C42CDE1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821275" y="17854816"/>
            <a:ext cx="4124325" cy="3667125"/>
          </a:xfrm>
          <a:prstGeom prst="rect">
            <a:avLst/>
          </a:prstGeom>
        </p:spPr>
      </p:pic>
      <p:graphicFrame>
        <p:nvGraphicFramePr>
          <p:cNvPr id="1388" name="Diagram 1387">
            <a:extLst>
              <a:ext uri="{FF2B5EF4-FFF2-40B4-BE49-F238E27FC236}">
                <a16:creationId xmlns:a16="http://schemas.microsoft.com/office/drawing/2014/main" id="{0191620F-717A-173B-35CA-8B69576D0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713295"/>
              </p:ext>
            </p:extLst>
          </p:nvPr>
        </p:nvGraphicFramePr>
        <p:xfrm>
          <a:off x="10544270" y="25022855"/>
          <a:ext cx="2357282" cy="4398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sp>
        <p:nvSpPr>
          <p:cNvPr id="1390" name="TextBox 1389">
            <a:extLst>
              <a:ext uri="{FF2B5EF4-FFF2-40B4-BE49-F238E27FC236}">
                <a16:creationId xmlns:a16="http://schemas.microsoft.com/office/drawing/2014/main" id="{E734C115-6430-BC3B-0C3A-E2205ED61365}"/>
              </a:ext>
            </a:extLst>
          </p:cNvPr>
          <p:cNvSpPr txBox="1"/>
          <p:nvPr/>
        </p:nvSpPr>
        <p:spPr>
          <a:xfrm>
            <a:off x="10463359" y="24392472"/>
            <a:ext cx="26316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Modeling Steps</a:t>
            </a:r>
            <a:endParaRPr lang="en-US" sz="25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93" name="Table 1289">
            <a:extLst>
              <a:ext uri="{FF2B5EF4-FFF2-40B4-BE49-F238E27FC236}">
                <a16:creationId xmlns:a16="http://schemas.microsoft.com/office/drawing/2014/main" id="{703A0E0B-EC16-B6C0-4DCF-638C5C776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16678"/>
              </p:ext>
            </p:extLst>
          </p:nvPr>
        </p:nvGraphicFramePr>
        <p:xfrm>
          <a:off x="6912743" y="30455916"/>
          <a:ext cx="6022785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42308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1180477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</a:tblGrid>
              <a:tr h="217238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Frequently Used Terms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1229001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Biphasic Substrate - Biphasic Indenter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BS-BI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Biphasic Substrate - Elastic Indenter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BS-EI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0957030"/>
                  </a:ext>
                </a:extLst>
              </a:tr>
              <a:tr h="21723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Neo-Hookean Substrate – Neo-Hookean Indenter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NS-NI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8335001"/>
                  </a:ext>
                </a:extLst>
              </a:tr>
            </a:tbl>
          </a:graphicData>
        </a:graphic>
      </p:graphicFrame>
      <p:sp>
        <p:nvSpPr>
          <p:cNvPr id="1394" name="TextBox 1393">
            <a:extLst>
              <a:ext uri="{FF2B5EF4-FFF2-40B4-BE49-F238E27FC236}">
                <a16:creationId xmlns:a16="http://schemas.microsoft.com/office/drawing/2014/main" id="{261F310F-90FF-CD98-87D9-97720C7E5AFB}"/>
              </a:ext>
            </a:extLst>
          </p:cNvPr>
          <p:cNvSpPr txBox="1"/>
          <p:nvPr/>
        </p:nvSpPr>
        <p:spPr>
          <a:xfrm>
            <a:off x="6842835" y="29991860"/>
            <a:ext cx="58943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Table-5: Abbreviation for Used Terms 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F28B307-E719-F1C2-EC4D-5C21ABFE961C}"/>
              </a:ext>
            </a:extLst>
          </p:cNvPr>
          <p:cNvGrpSpPr/>
          <p:nvPr/>
        </p:nvGrpSpPr>
        <p:grpSpPr>
          <a:xfrm>
            <a:off x="22098000" y="18060506"/>
            <a:ext cx="8542878" cy="3686207"/>
            <a:chOff x="22022847" y="18443318"/>
            <a:chExt cx="8542878" cy="3686207"/>
          </a:xfrm>
        </p:grpSpPr>
        <p:pic>
          <p:nvPicPr>
            <p:cNvPr id="1372" name="Picture 1371">
              <a:extLst>
                <a:ext uri="{FF2B5EF4-FFF2-40B4-BE49-F238E27FC236}">
                  <a16:creationId xmlns:a16="http://schemas.microsoft.com/office/drawing/2014/main" id="{6F70AF27-4E50-849F-64BD-A9D420C43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2022847" y="18462400"/>
              <a:ext cx="4124325" cy="3667125"/>
            </a:xfrm>
            <a:prstGeom prst="rect">
              <a:avLst/>
            </a:prstGeom>
          </p:spPr>
        </p:pic>
        <p:pic>
          <p:nvPicPr>
            <p:cNvPr id="1374" name="Picture 1373">
              <a:extLst>
                <a:ext uri="{FF2B5EF4-FFF2-40B4-BE49-F238E27FC236}">
                  <a16:creationId xmlns:a16="http://schemas.microsoft.com/office/drawing/2014/main" id="{4262023D-FCF5-FD8B-C74C-D1568BC94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6441400" y="18443318"/>
              <a:ext cx="4124325" cy="3667125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8D928FA-E4FF-488B-B2DD-B143D32A4C1D}"/>
              </a:ext>
            </a:extLst>
          </p:cNvPr>
          <p:cNvGrpSpPr/>
          <p:nvPr/>
        </p:nvGrpSpPr>
        <p:grpSpPr>
          <a:xfrm>
            <a:off x="13335000" y="22903666"/>
            <a:ext cx="8848725" cy="3859989"/>
            <a:chOff x="13359413" y="22682612"/>
            <a:chExt cx="8848725" cy="3859989"/>
          </a:xfrm>
        </p:grpSpPr>
        <p:sp>
          <p:nvSpPr>
            <p:cNvPr id="1477" name="TextBox 1476">
              <a:extLst>
                <a:ext uri="{FF2B5EF4-FFF2-40B4-BE49-F238E27FC236}">
                  <a16:creationId xmlns:a16="http://schemas.microsoft.com/office/drawing/2014/main" id="{2CC57EBA-80A5-A43B-6DC3-F411AA77F8C9}"/>
                </a:ext>
              </a:extLst>
            </p:cNvPr>
            <p:cNvSpPr txBox="1"/>
            <p:nvPr/>
          </p:nvSpPr>
          <p:spPr>
            <a:xfrm>
              <a:off x="15335846" y="26142491"/>
              <a:ext cx="498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478" name="TextBox 1477">
              <a:extLst>
                <a:ext uri="{FF2B5EF4-FFF2-40B4-BE49-F238E27FC236}">
                  <a16:creationId xmlns:a16="http://schemas.microsoft.com/office/drawing/2014/main" id="{953A0FA3-069E-FB1F-E688-3014C3C1B72D}"/>
                </a:ext>
              </a:extLst>
            </p:cNvPr>
            <p:cNvSpPr txBox="1"/>
            <p:nvPr/>
          </p:nvSpPr>
          <p:spPr>
            <a:xfrm>
              <a:off x="19993299" y="26133107"/>
              <a:ext cx="710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pic>
          <p:nvPicPr>
            <p:cNvPr id="1397" name="Picture 1396">
              <a:extLst>
                <a:ext uri="{FF2B5EF4-FFF2-40B4-BE49-F238E27FC236}">
                  <a16:creationId xmlns:a16="http://schemas.microsoft.com/office/drawing/2014/main" id="{E00494C0-85DF-BEFA-18BA-8F9A54191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8083813" y="22682613"/>
              <a:ext cx="4124325" cy="3667125"/>
            </a:xfrm>
            <a:prstGeom prst="rect">
              <a:avLst/>
            </a:prstGeom>
          </p:spPr>
        </p:pic>
        <p:pic>
          <p:nvPicPr>
            <p:cNvPr id="1399" name="Picture 1398">
              <a:extLst>
                <a:ext uri="{FF2B5EF4-FFF2-40B4-BE49-F238E27FC236}">
                  <a16:creationId xmlns:a16="http://schemas.microsoft.com/office/drawing/2014/main" id="{7480F18B-C922-0113-BE7D-29D3801D4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3359413" y="22682612"/>
              <a:ext cx="4124325" cy="3667125"/>
            </a:xfrm>
            <a:prstGeom prst="rect">
              <a:avLst/>
            </a:prstGeom>
          </p:spPr>
        </p:pic>
      </p:grpSp>
      <p:pic>
        <p:nvPicPr>
          <p:cNvPr id="1401" name="Picture 1400">
            <a:extLst>
              <a:ext uri="{FF2B5EF4-FFF2-40B4-BE49-F238E27FC236}">
                <a16:creationId xmlns:a16="http://schemas.microsoft.com/office/drawing/2014/main" id="{75C1AE3D-B0BC-F020-4108-6FC0075C254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420858" y="28246326"/>
            <a:ext cx="4124325" cy="3667125"/>
          </a:xfrm>
          <a:prstGeom prst="rect">
            <a:avLst/>
          </a:prstGeom>
        </p:spPr>
      </p:pic>
      <p:sp>
        <p:nvSpPr>
          <p:cNvPr id="1404" name="TextBox 1403">
            <a:extLst>
              <a:ext uri="{FF2B5EF4-FFF2-40B4-BE49-F238E27FC236}">
                <a16:creationId xmlns:a16="http://schemas.microsoft.com/office/drawing/2014/main" id="{432BE313-E01E-71FD-005B-DDA543DDEADC}"/>
              </a:ext>
            </a:extLst>
          </p:cNvPr>
          <p:cNvSpPr txBox="1"/>
          <p:nvPr/>
        </p:nvSpPr>
        <p:spPr>
          <a:xfrm>
            <a:off x="25922716" y="21292426"/>
            <a:ext cx="12334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Zoom in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29E1C9E-F02C-E7EE-92FC-9B57CE3C6B7E}"/>
              </a:ext>
            </a:extLst>
          </p:cNvPr>
          <p:cNvCxnSpPr>
            <a:cxnSpLocks/>
          </p:cNvCxnSpPr>
          <p:nvPr/>
        </p:nvCxnSpPr>
        <p:spPr>
          <a:xfrm flipH="1" flipV="1">
            <a:off x="26101309" y="20731201"/>
            <a:ext cx="390076" cy="6104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4ADC2A5-6254-A132-3375-E3769C23FEA5}"/>
              </a:ext>
            </a:extLst>
          </p:cNvPr>
          <p:cNvCxnSpPr/>
          <p:nvPr/>
        </p:nvCxnSpPr>
        <p:spPr>
          <a:xfrm flipV="1">
            <a:off x="26488805" y="20950131"/>
            <a:ext cx="503370" cy="35783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" name="Picture 102">
            <a:extLst>
              <a:ext uri="{FF2B5EF4-FFF2-40B4-BE49-F238E27FC236}">
                <a16:creationId xmlns:a16="http://schemas.microsoft.com/office/drawing/2014/main" id="{81DE694C-510B-B0AC-E108-0C12B7E49ED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126075" y="28254815"/>
            <a:ext cx="4124325" cy="3667125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4784C6B-0799-8544-C20E-4CC6BCAABFB8}"/>
              </a:ext>
            </a:extLst>
          </p:cNvPr>
          <p:cNvGrpSpPr/>
          <p:nvPr/>
        </p:nvGrpSpPr>
        <p:grpSpPr>
          <a:xfrm>
            <a:off x="16568845" y="28029463"/>
            <a:ext cx="2198317" cy="838971"/>
            <a:chOff x="16620194" y="28011940"/>
            <a:chExt cx="2198317" cy="838971"/>
          </a:xfrm>
        </p:grpSpPr>
        <p:sp>
          <p:nvSpPr>
            <p:cNvPr id="1405" name="TextBox 1404">
              <a:extLst>
                <a:ext uri="{FF2B5EF4-FFF2-40B4-BE49-F238E27FC236}">
                  <a16:creationId xmlns:a16="http://schemas.microsoft.com/office/drawing/2014/main" id="{2B3C8764-6B17-906C-0EA5-50154FD91F12}"/>
                </a:ext>
              </a:extLst>
            </p:cNvPr>
            <p:cNvSpPr txBox="1"/>
            <p:nvPr/>
          </p:nvSpPr>
          <p:spPr>
            <a:xfrm>
              <a:off x="17639482" y="28011940"/>
              <a:ext cx="1179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Zoom in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B493DE8-C0C2-C4BA-DC66-08CDDEC35966}"/>
                </a:ext>
              </a:extLst>
            </p:cNvPr>
            <p:cNvSpPr/>
            <p:nvPr/>
          </p:nvSpPr>
          <p:spPr>
            <a:xfrm>
              <a:off x="16620194" y="28156111"/>
              <a:ext cx="805193" cy="6948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BE80E2D1-BED2-104A-1CA2-A174E007D7F6}"/>
                </a:ext>
              </a:extLst>
            </p:cNvPr>
            <p:cNvCxnSpPr>
              <a:cxnSpLocks/>
              <a:endCxn id="98" idx="6"/>
            </p:cNvCxnSpPr>
            <p:nvPr/>
          </p:nvCxnSpPr>
          <p:spPr>
            <a:xfrm flipH="1">
              <a:off x="17425387" y="28350494"/>
              <a:ext cx="623399" cy="1530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265298F-96F6-AA88-319D-AA09EA2E88ED}"/>
                </a:ext>
              </a:extLst>
            </p:cNvPr>
            <p:cNvCxnSpPr/>
            <p:nvPr/>
          </p:nvCxnSpPr>
          <p:spPr>
            <a:xfrm>
              <a:off x="18032890" y="28350494"/>
              <a:ext cx="360288" cy="2339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1" name="Picture 110">
            <a:extLst>
              <a:ext uri="{FF2B5EF4-FFF2-40B4-BE49-F238E27FC236}">
                <a16:creationId xmlns:a16="http://schemas.microsoft.com/office/drawing/2014/main" id="{7BED60CA-75C9-1709-AE7F-5B03BCC2C3E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174200" y="28246325"/>
            <a:ext cx="4124325" cy="3667125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1DE12F7-6FB8-0C44-E310-988DD3922588}"/>
              </a:ext>
            </a:extLst>
          </p:cNvPr>
          <p:cNvGrpSpPr/>
          <p:nvPr/>
        </p:nvGrpSpPr>
        <p:grpSpPr>
          <a:xfrm>
            <a:off x="25290766" y="27872160"/>
            <a:ext cx="2137340" cy="1032301"/>
            <a:chOff x="16620194" y="27818610"/>
            <a:chExt cx="2137340" cy="1032301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7DF97D2-9166-3D15-8C2C-2B3C18E922DB}"/>
                </a:ext>
              </a:extLst>
            </p:cNvPr>
            <p:cNvSpPr txBox="1"/>
            <p:nvPr/>
          </p:nvSpPr>
          <p:spPr>
            <a:xfrm>
              <a:off x="17578505" y="27818610"/>
              <a:ext cx="1179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Zoom in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6426681-FC80-B1B8-4A11-6EC4A36FFBFC}"/>
                </a:ext>
              </a:extLst>
            </p:cNvPr>
            <p:cNvSpPr/>
            <p:nvPr/>
          </p:nvSpPr>
          <p:spPr>
            <a:xfrm>
              <a:off x="16620194" y="28156111"/>
              <a:ext cx="805193" cy="6948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A74279A-0BE2-6D46-A693-3F3D7012BE64}"/>
                </a:ext>
              </a:extLst>
            </p:cNvPr>
            <p:cNvCxnSpPr>
              <a:cxnSpLocks/>
              <a:endCxn id="119" idx="6"/>
            </p:cNvCxnSpPr>
            <p:nvPr/>
          </p:nvCxnSpPr>
          <p:spPr>
            <a:xfrm flipH="1">
              <a:off x="17425387" y="28192775"/>
              <a:ext cx="501834" cy="3107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23EC452-3E52-F210-D9A9-4E56F7E674E5}"/>
                </a:ext>
              </a:extLst>
            </p:cNvPr>
            <p:cNvCxnSpPr/>
            <p:nvPr/>
          </p:nvCxnSpPr>
          <p:spPr>
            <a:xfrm>
              <a:off x="17923548" y="28205274"/>
              <a:ext cx="360288" cy="2339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22" name="Picture 121">
            <a:extLst>
              <a:ext uri="{FF2B5EF4-FFF2-40B4-BE49-F238E27FC236}">
                <a16:creationId xmlns:a16="http://schemas.microsoft.com/office/drawing/2014/main" id="{D4194F80-DF36-9345-57E3-96E7CF7AEC3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431875" y="28246588"/>
            <a:ext cx="4124325" cy="3667125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716C8585-52BF-3441-D9BF-8B060A0F517B}"/>
              </a:ext>
            </a:extLst>
          </p:cNvPr>
          <p:cNvSpPr/>
          <p:nvPr/>
        </p:nvSpPr>
        <p:spPr>
          <a:xfrm>
            <a:off x="28047622" y="14795467"/>
            <a:ext cx="439881" cy="43988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C0D499-BA5A-D8DA-EBBF-A32D072B353E}"/>
              </a:ext>
            </a:extLst>
          </p:cNvPr>
          <p:cNvCxnSpPr>
            <a:cxnSpLocks/>
          </p:cNvCxnSpPr>
          <p:nvPr/>
        </p:nvCxnSpPr>
        <p:spPr>
          <a:xfrm>
            <a:off x="26656658" y="13616417"/>
            <a:ext cx="1455383" cy="1243469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165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8FE7025-5C00-5846-4CB9-AA5E2BD399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95" b="31605"/>
          <a:stretch/>
        </p:blipFill>
        <p:spPr>
          <a:xfrm>
            <a:off x="381001" y="1226804"/>
            <a:ext cx="8173531" cy="2150659"/>
          </a:xfrm>
          <a:prstGeom prst="rect">
            <a:avLst/>
          </a:prstGeom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244080" y="1055135"/>
            <a:ext cx="25118371" cy="1447142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</p:spPr>
        <p:txBody>
          <a:bodyPr wrap="square" lIns="92030" tIns="46013" rIns="92030" bIns="46013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1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Modeling of Contact in Biphasic Soft Material</a:t>
            </a:r>
          </a:p>
        </p:txBody>
      </p:sp>
      <p:pic>
        <p:nvPicPr>
          <p:cNvPr id="11" name="Picture 8" descr="http://www.fish.washington.edu/research/best/talks_posters.htm">
            <a:hlinkClick r:id="rId4"/>
          </p:cNvPr>
          <p:cNvPicPr>
            <a:picLocks noChangeAspect="1" noChangeArrowheads="1"/>
          </p:cNvPicPr>
          <p:nvPr/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8598" y="413268"/>
            <a:ext cx="3721601" cy="3777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05"/>
          <p:cNvSpPr txBox="1">
            <a:spLocks noChangeArrowheads="1"/>
          </p:cNvSpPr>
          <p:nvPr/>
        </p:nvSpPr>
        <p:spPr bwMode="auto">
          <a:xfrm>
            <a:off x="10258965" y="3068868"/>
            <a:ext cx="2308859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US" sz="3600" b="1" kern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Agnila Ghosh Surovi*, Shank S. Kulkarni**, Timothy Truster**</a:t>
            </a:r>
          </a:p>
          <a:p>
            <a:pPr lvl="0" algn="ctr" defTabSz="914400">
              <a:defRPr/>
            </a:pPr>
            <a:r>
              <a:rPr lang="en-US" sz="3600" b="1" kern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*University of Tennessee Knoxville, Department of Mechanical, Aerospace and Biomedical Engineering, ** University of Tennessee Knoxville, Department of Civil and Environmental Engineering</a:t>
            </a:r>
            <a:endParaRPr kumimoji="0" lang="en-US" sz="3600" b="1" i="0" u="none" strike="noStrike" kern="0" cap="none" spc="0" normalizeH="0" baseline="30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7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59"/>
          <p:cNvSpPr>
            <a:spLocks noChangeArrowheads="1"/>
          </p:cNvSpPr>
          <p:nvPr/>
        </p:nvSpPr>
        <p:spPr bwMode="auto">
          <a:xfrm>
            <a:off x="0" y="-18466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1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63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65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9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71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197"/>
          <p:cNvSpPr>
            <a:spLocks noChangeArrowheads="1"/>
          </p:cNvSpPr>
          <p:nvPr/>
        </p:nvSpPr>
        <p:spPr bwMode="auto">
          <a:xfrm>
            <a:off x="0" y="43936"/>
            <a:ext cx="4154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22860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198"/>
          <p:cNvSpPr>
            <a:spLocks noChangeArrowheads="1"/>
          </p:cNvSpPr>
          <p:nvPr/>
        </p:nvSpPr>
        <p:spPr bwMode="auto">
          <a:xfrm>
            <a:off x="0" y="17042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12"/>
          <p:cNvSpPr>
            <a:spLocks noChangeArrowheads="1"/>
          </p:cNvSpPr>
          <p:nvPr/>
        </p:nvSpPr>
        <p:spPr bwMode="auto">
          <a:xfrm>
            <a:off x="0" y="4393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13"/>
          <p:cNvSpPr>
            <a:spLocks noChangeArrowheads="1"/>
          </p:cNvSpPr>
          <p:nvPr/>
        </p:nvSpPr>
        <p:spPr bwMode="auto">
          <a:xfrm>
            <a:off x="0" y="11612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14"/>
          <p:cNvSpPr>
            <a:spLocks noChangeArrowheads="1"/>
          </p:cNvSpPr>
          <p:nvPr/>
        </p:nvSpPr>
        <p:spPr bwMode="auto">
          <a:xfrm>
            <a:off x="0" y="17708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19"/>
          <p:cNvSpPr>
            <a:spLocks noChangeArrowheads="1"/>
          </p:cNvSpPr>
          <p:nvPr/>
        </p:nvSpPr>
        <p:spPr bwMode="auto">
          <a:xfrm>
            <a:off x="0" y="4393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22"/>
          <p:cNvSpPr>
            <a:spLocks noChangeArrowheads="1"/>
          </p:cNvSpPr>
          <p:nvPr/>
        </p:nvSpPr>
        <p:spPr bwMode="auto">
          <a:xfrm>
            <a:off x="0" y="-1846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81" name="Picture 257" descr="http://divisions.asme.org/cie/events/cie2006/asme_logo.jpg"/>
          <p:cNvPicPr>
            <a:picLocks noChangeAspect="1" noChangeArrowheads="1"/>
          </p:cNvPicPr>
          <p:nvPr/>
        </p:nvPicPr>
        <p:blipFill rotWithShape="1"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52"/>
          <a:stretch>
            <a:fillRect/>
          </a:stretch>
        </p:blipFill>
        <p:spPr bwMode="auto">
          <a:xfrm>
            <a:off x="35052000" y="939170"/>
            <a:ext cx="4479461" cy="2371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" name="TextBox 105"/>
          <p:cNvSpPr txBox="1">
            <a:spLocks noChangeArrowheads="1"/>
          </p:cNvSpPr>
          <p:nvPr/>
        </p:nvSpPr>
        <p:spPr bwMode="auto">
          <a:xfrm>
            <a:off x="34991370" y="3553361"/>
            <a:ext cx="867123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IMECE T</a:t>
            </a:r>
            <a:r>
              <a:rPr kumimoji="0" lang="en-US" sz="4000" b="1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rack</a:t>
            </a:r>
            <a:r>
              <a:rPr lang="en-US" sz="40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16-1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NSF Research Poster Competition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57199" y="5029200"/>
            <a:ext cx="42976800" cy="0"/>
          </a:xfrm>
          <a:prstGeom prst="line">
            <a:avLst/>
          </a:prstGeom>
          <a:ln w="127000">
            <a:solidFill>
              <a:srgbClr val="E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932742" y="4191000"/>
            <a:ext cx="54585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defTabSz="914400">
              <a:defRPr/>
            </a:pPr>
            <a:r>
              <a:rPr lang="en-US" sz="44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IMECE 2023-120143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3A86F6-4632-5978-88D9-E7E891EA5431}"/>
              </a:ext>
            </a:extLst>
          </p:cNvPr>
          <p:cNvGrpSpPr/>
          <p:nvPr/>
        </p:nvGrpSpPr>
        <p:grpSpPr>
          <a:xfrm>
            <a:off x="878048" y="5355910"/>
            <a:ext cx="21035776" cy="12069850"/>
            <a:chOff x="457199" y="5375526"/>
            <a:chExt cx="12573001" cy="1261883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9C87EB2-FE72-7263-C2A0-A7E3123F7C25}"/>
                </a:ext>
              </a:extLst>
            </p:cNvPr>
            <p:cNvSpPr/>
            <p:nvPr/>
          </p:nvSpPr>
          <p:spPr>
            <a:xfrm>
              <a:off x="457199" y="5375526"/>
              <a:ext cx="12573001" cy="12618836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3AE60F-4002-16F3-882F-AC6C4B86B8FE}"/>
                </a:ext>
              </a:extLst>
            </p:cNvPr>
            <p:cNvSpPr txBox="1"/>
            <p:nvPr/>
          </p:nvSpPr>
          <p:spPr>
            <a:xfrm>
              <a:off x="725495" y="6546576"/>
              <a:ext cx="12127439" cy="11262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Goal: </a:t>
              </a:r>
            </a:p>
            <a:p>
              <a:pPr marR="0" lvl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Develop a contact model capable of measuring the </a:t>
              </a:r>
              <a:r>
                <a:rPr lang="en-US" sz="48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characteristics of biphasic material in contact that will contribute to the advancement of medical and bioengineering fields</a:t>
              </a:r>
            </a:p>
            <a:p>
              <a:pPr marR="0" lvl="0" algn="just">
                <a:spcBef>
                  <a:spcPts val="600"/>
                </a:spcBef>
                <a:spcAft>
                  <a:spcPts val="600"/>
                </a:spcAft>
              </a:pPr>
              <a:endParaRPr lang="en-US" sz="4800" b="1">
                <a:solidFill>
                  <a:srgbClr val="130A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R="0" lvl="0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4800" b="1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Objectives:</a:t>
              </a:r>
              <a:endParaRPr lang="en-US" sz="48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</a:t>
              </a:r>
              <a:r>
                <a:rPr lang="en-US" sz="48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biphasic-biphasic</a:t>
              </a: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and </a:t>
              </a:r>
              <a:r>
                <a:rPr lang="en-US" sz="48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biphasic-elastic</a:t>
              </a: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contact modeling using finite element software FEBio. </a:t>
              </a: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</a:t>
              </a:r>
              <a:r>
                <a:rPr lang="en-US" sz="48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mesh convergency study </a:t>
              </a: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for contact modeling.</a:t>
              </a: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investigation of the change in mechanical response due to the variation of </a:t>
              </a:r>
              <a:r>
                <a:rPr lang="en-US" sz="48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material properties and size of the indenter</a:t>
              </a: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.</a:t>
              </a:r>
            </a:p>
            <a:p>
              <a:pPr marL="342900" marR="0" lvl="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"/>
              </a:pP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</a:t>
              </a:r>
              <a:r>
                <a:rPr lang="en-US" sz="4800" b="1">
                  <a:solidFill>
                    <a:srgbClr val="130AC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rate-dependent change </a:t>
              </a:r>
              <a:r>
                <a:rPr lang="en-US" sz="48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 mechanical response of biphasic material.</a:t>
              </a: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EEB9C105-FA02-7CDA-9C57-1737B920B498}"/>
              </a:ext>
            </a:extLst>
          </p:cNvPr>
          <p:cNvSpPr txBox="1"/>
          <p:nvPr/>
        </p:nvSpPr>
        <p:spPr>
          <a:xfrm>
            <a:off x="490536" y="5366710"/>
            <a:ext cx="20235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 AND GOALS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0781D1-5AA4-AAC6-60C9-C5CAFD5E24C0}"/>
              </a:ext>
            </a:extLst>
          </p:cNvPr>
          <p:cNvGrpSpPr/>
          <p:nvPr/>
        </p:nvGrpSpPr>
        <p:grpSpPr>
          <a:xfrm>
            <a:off x="801776" y="17983212"/>
            <a:ext cx="20931817" cy="14271256"/>
            <a:chOff x="447585" y="14326801"/>
            <a:chExt cx="12573001" cy="922203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B309265-8EA6-8A64-461D-FB2A2782041E}"/>
                </a:ext>
              </a:extLst>
            </p:cNvPr>
            <p:cNvGrpSpPr/>
            <p:nvPr/>
          </p:nvGrpSpPr>
          <p:grpSpPr>
            <a:xfrm>
              <a:off x="447585" y="14326801"/>
              <a:ext cx="12573001" cy="9222030"/>
              <a:chOff x="457197" y="16995477"/>
              <a:chExt cx="12573001" cy="922203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C58B767-8734-64EA-36C8-25ECE09552D3}"/>
                  </a:ext>
                </a:extLst>
              </p:cNvPr>
              <p:cNvSpPr/>
              <p:nvPr/>
            </p:nvSpPr>
            <p:spPr>
              <a:xfrm>
                <a:off x="457197" y="17010477"/>
                <a:ext cx="12573001" cy="920703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633C1C97-19D9-EE6F-58FF-00337AAE2330}"/>
                  </a:ext>
                </a:extLst>
              </p:cNvPr>
              <p:cNvGrpSpPr/>
              <p:nvPr/>
            </p:nvGrpSpPr>
            <p:grpSpPr>
              <a:xfrm>
                <a:off x="558810" y="16995477"/>
                <a:ext cx="12366576" cy="9158640"/>
                <a:chOff x="560942" y="5360528"/>
                <a:chExt cx="12514680" cy="9158640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7FBB4128-35FD-9DE5-0A22-2143A168BBEF}"/>
                    </a:ext>
                  </a:extLst>
                </p:cNvPr>
                <p:cNvSpPr txBox="1"/>
                <p:nvPr/>
              </p:nvSpPr>
              <p:spPr>
                <a:xfrm>
                  <a:off x="706066" y="6364924"/>
                  <a:ext cx="12272679" cy="8154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32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32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endParaRPr lang="en-US" sz="48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marL="342900" marR="0" lvl="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In case of </a:t>
                  </a:r>
                  <a:r>
                    <a:rPr lang="en-US" sz="4800" b="1">
                      <a:solidFill>
                        <a:srgbClr val="130AC0"/>
                      </a:solidFill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artificial transplantation</a:t>
                  </a: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 of hard tissue or soft tissue, it is significant to investigate -</a:t>
                  </a:r>
                </a:p>
                <a:p>
                  <a:pPr marL="1371600" lvl="1" indent="-457200" algn="just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the contact characteristics within the </a:t>
                  </a:r>
                  <a:r>
                    <a:rPr lang="en-US" sz="4800" b="1">
                      <a:solidFill>
                        <a:srgbClr val="130AC0"/>
                      </a:solidFill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interface of hard tissue implant and surrounding soft tissue</a:t>
                  </a: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  or </a:t>
                  </a:r>
                </a:p>
                <a:p>
                  <a:pPr marL="1371600" lvl="1" indent="-457200" algn="just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4800" b="1"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t</a:t>
                  </a: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he interfacial properties in the </a:t>
                  </a:r>
                  <a:r>
                    <a:rPr lang="en-US" sz="4800" b="1">
                      <a:solidFill>
                        <a:srgbClr val="130AC0"/>
                      </a:solidFill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contact of soft tissue implant and surrounding soft tissue</a:t>
                  </a: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.</a:t>
                  </a:r>
                </a:p>
                <a:p>
                  <a:pPr marL="342900" indent="-342900" algn="just">
                    <a:spcBef>
                      <a:spcPts val="600"/>
                    </a:spcBef>
                    <a:spcAft>
                      <a:spcPts val="600"/>
                    </a:spcAft>
                    <a:buFont typeface="Wingdings" panose="05000000000000000000" pitchFamily="2" charset="2"/>
                    <a:buChar char=""/>
                  </a:pPr>
                  <a:r>
                    <a:rPr lang="en-US" sz="4800" b="1"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S</a:t>
                  </a: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oft swollen tissues exhibit rate-dependent mechanical response that the analysis of the contact behavior </a:t>
                  </a:r>
                  <a:r>
                    <a:rPr lang="en-US" sz="4800" b="1">
                      <a:solidFill>
                        <a:srgbClr val="130AC0"/>
                      </a:solidFill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under different loading rate</a:t>
                  </a:r>
                  <a:r>
                    <a:rPr lang="en-US" sz="48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Arial" panose="020B0604020202020204" pitchFamily="34" charset="0"/>
                    </a:rPr>
                    <a:t> is also an important phenomenon.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44281CA-4F7D-F740-3B1D-D137C1FF8E63}"/>
                    </a:ext>
                  </a:extLst>
                </p:cNvPr>
                <p:cNvSpPr txBox="1"/>
                <p:nvPr/>
              </p:nvSpPr>
              <p:spPr>
                <a:xfrm>
                  <a:off x="560942" y="5360528"/>
                  <a:ext cx="12514680" cy="656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0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Motivation</a:t>
                  </a: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29F893-6209-6DB5-189A-C0906B3A7A63}"/>
                </a:ext>
              </a:extLst>
            </p:cNvPr>
            <p:cNvGrpSpPr/>
            <p:nvPr/>
          </p:nvGrpSpPr>
          <p:grpSpPr>
            <a:xfrm>
              <a:off x="804931" y="14982942"/>
              <a:ext cx="6553746" cy="3682145"/>
              <a:chOff x="804931" y="14982942"/>
              <a:chExt cx="6553746" cy="3682145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18D8EC5-2FA3-16CE-0536-ED873EE242CF}"/>
                  </a:ext>
                </a:extLst>
              </p:cNvPr>
              <p:cNvSpPr txBox="1"/>
              <p:nvPr/>
            </p:nvSpPr>
            <p:spPr>
              <a:xfrm>
                <a:off x="1353392" y="18167877"/>
                <a:ext cx="4797678" cy="497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>
                    <a:latin typeface="Arial" panose="020B0604020202020204" pitchFamily="34" charset="0"/>
                    <a:cs typeface="Arial" panose="020B0604020202020204" pitchFamily="34" charset="0"/>
                  </a:rPr>
                  <a:t>Figure-1: Biphasic Material</a:t>
                </a: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B9AE25E2-9033-4C8C-9933-4CF1A12526CF}"/>
                  </a:ext>
                </a:extLst>
              </p:cNvPr>
              <p:cNvGrpSpPr/>
              <p:nvPr/>
            </p:nvGrpSpPr>
            <p:grpSpPr>
              <a:xfrm>
                <a:off x="804931" y="14982942"/>
                <a:ext cx="6553746" cy="3127580"/>
                <a:chOff x="198051" y="17340345"/>
                <a:chExt cx="6835244" cy="4083360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46957A3-45AF-1FA7-FA8D-31005081E796}"/>
                    </a:ext>
                  </a:extLst>
                </p:cNvPr>
                <p:cNvSpPr txBox="1"/>
                <p:nvPr/>
              </p:nvSpPr>
              <p:spPr>
                <a:xfrm>
                  <a:off x="5923348" y="17340345"/>
                  <a:ext cx="983687" cy="6491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4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Fluid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070E352-63EA-0BBA-6EB6-98BECD17B140}"/>
                    </a:ext>
                  </a:extLst>
                </p:cNvPr>
                <p:cNvSpPr txBox="1"/>
                <p:nvPr/>
              </p:nvSpPr>
              <p:spPr>
                <a:xfrm>
                  <a:off x="5909088" y="18578477"/>
                  <a:ext cx="1124207" cy="6491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4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Solid</a:t>
                  </a:r>
                </a:p>
              </p:txBody>
            </p:sp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DBCBC7B7-1961-7E0C-FCBE-0E1C8282D2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8051" y="17400788"/>
                  <a:ext cx="5550604" cy="4022917"/>
                </a:xfrm>
                <a:prstGeom prst="rect">
                  <a:avLst/>
                </a:prstGeom>
              </p:spPr>
            </p:pic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88CCB255-B0CD-1BA7-792F-88F4CD3A0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17798" y="17660830"/>
                  <a:ext cx="648965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C03B89A9-60D8-ABD5-9A09-196722EBB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474920" y="18840087"/>
                  <a:ext cx="491842" cy="6927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0BDD815-C106-4633-CA60-1097E6959EC8}"/>
              </a:ext>
            </a:extLst>
          </p:cNvPr>
          <p:cNvGrpSpPr/>
          <p:nvPr/>
        </p:nvGrpSpPr>
        <p:grpSpPr>
          <a:xfrm>
            <a:off x="22864190" y="27559029"/>
            <a:ext cx="20569810" cy="4695441"/>
            <a:chOff x="484736" y="7173249"/>
            <a:chExt cx="12830377" cy="18344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DF77FCE-AB54-6C87-CFBA-C441F8C7A104}"/>
                </a:ext>
              </a:extLst>
            </p:cNvPr>
            <p:cNvSpPr/>
            <p:nvPr/>
          </p:nvSpPr>
          <p:spPr>
            <a:xfrm>
              <a:off x="484736" y="7173249"/>
              <a:ext cx="12568002" cy="183443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F7850DA-9F45-A665-11F1-1201A15B5ACD}"/>
                </a:ext>
              </a:extLst>
            </p:cNvPr>
            <p:cNvGrpSpPr/>
            <p:nvPr/>
          </p:nvGrpSpPr>
          <p:grpSpPr>
            <a:xfrm>
              <a:off x="737597" y="7199305"/>
              <a:ext cx="12577516" cy="1673855"/>
              <a:chOff x="741868" y="7199305"/>
              <a:chExt cx="12728146" cy="1673855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2D1C1DF-7F8F-4F24-A9DA-99F3E63655A9}"/>
                  </a:ext>
                </a:extLst>
              </p:cNvPr>
              <p:cNvSpPr txBox="1"/>
              <p:nvPr/>
            </p:nvSpPr>
            <p:spPr>
              <a:xfrm>
                <a:off x="741868" y="7625821"/>
                <a:ext cx="12272679" cy="1247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8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To include </a:t>
                </a:r>
                <a:r>
                  <a:rPr lang="en-US" sz="48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multiphasic frictionless contact formulation </a:t>
                </a:r>
                <a:r>
                  <a:rPr lang="en-US" sz="48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as well as </a:t>
                </a:r>
                <a:r>
                  <a:rPr lang="en-US" sz="48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multiphasic contact formulation with friction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8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To add </a:t>
                </a:r>
                <a:r>
                  <a:rPr lang="en-US" sz="4800" b="1">
                    <a:solidFill>
                      <a:srgbClr val="130AC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contact formulation for adhesion and suction </a:t>
                </a:r>
                <a:r>
                  <a:rPr lang="en-US" sz="4800" b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for multiphasic material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09F87D7-3927-6865-6DDC-F5FF08C4EDBC}"/>
                  </a:ext>
                </a:extLst>
              </p:cNvPr>
              <p:cNvSpPr txBox="1"/>
              <p:nvPr/>
            </p:nvSpPr>
            <p:spPr>
              <a:xfrm>
                <a:off x="772063" y="7199305"/>
                <a:ext cx="12697951" cy="396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FUTURE STUDIES</a:t>
                </a:r>
              </a:p>
            </p:txBody>
          </p:sp>
        </p:grp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0F4490A-A706-44B8-A1D9-FFDC6C6F8513}"/>
              </a:ext>
            </a:extLst>
          </p:cNvPr>
          <p:cNvGrpSpPr/>
          <p:nvPr/>
        </p:nvGrpSpPr>
        <p:grpSpPr>
          <a:xfrm>
            <a:off x="22792166" y="5253693"/>
            <a:ext cx="20281279" cy="21961018"/>
            <a:chOff x="398931" y="17449743"/>
            <a:chExt cx="12573001" cy="11482537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D27D925-ED85-4935-9160-195161D89437}"/>
                </a:ext>
              </a:extLst>
            </p:cNvPr>
            <p:cNvSpPr/>
            <p:nvPr/>
          </p:nvSpPr>
          <p:spPr>
            <a:xfrm>
              <a:off x="398931" y="17449743"/>
              <a:ext cx="12573001" cy="1148253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8EDE6AD-69AB-43EC-89DD-275B02A574BB}"/>
                </a:ext>
              </a:extLst>
            </p:cNvPr>
            <p:cNvSpPr txBox="1"/>
            <p:nvPr/>
          </p:nvSpPr>
          <p:spPr>
            <a:xfrm>
              <a:off x="503007" y="17536874"/>
              <a:ext cx="12366576" cy="533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NUMERICAL SETUP</a:t>
              </a:r>
            </a:p>
          </p:txBody>
        </p:sp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B8758E8C-EE70-43E0-B6E8-2E14B5659F9C}"/>
              </a:ext>
            </a:extLst>
          </p:cNvPr>
          <p:cNvSpPr txBox="1"/>
          <p:nvPr/>
        </p:nvSpPr>
        <p:spPr>
          <a:xfrm>
            <a:off x="31841544" y="17409859"/>
            <a:ext cx="107311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48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Figure-2: Modeling Geometry and Applied Boundary Conditions</a:t>
            </a:r>
            <a:endParaRPr lang="en-US" sz="4800" b="1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1" name="Table 1289">
            <a:extLst>
              <a:ext uri="{FF2B5EF4-FFF2-40B4-BE49-F238E27FC236}">
                <a16:creationId xmlns:a16="http://schemas.microsoft.com/office/drawing/2014/main" id="{5703DCF8-4E15-41CC-9C67-90084C789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304039"/>
              </p:ext>
            </p:extLst>
          </p:nvPr>
        </p:nvGraphicFramePr>
        <p:xfrm>
          <a:off x="25412595" y="20165187"/>
          <a:ext cx="14533261" cy="658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8461">
                  <a:extLst>
                    <a:ext uri="{9D8B030D-6E8A-4147-A177-3AD203B41FA5}">
                      <a16:colId xmlns:a16="http://schemas.microsoft.com/office/drawing/2014/main" val="4042989761"/>
                    </a:ext>
                  </a:extLst>
                </a:gridCol>
                <a:gridCol w="11734800">
                  <a:extLst>
                    <a:ext uri="{9D8B030D-6E8A-4147-A177-3AD203B41FA5}">
                      <a16:colId xmlns:a16="http://schemas.microsoft.com/office/drawing/2014/main" val="3093817847"/>
                    </a:ext>
                  </a:extLst>
                </a:gridCol>
              </a:tblGrid>
              <a:tr h="286182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Biphasic Indenter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49042"/>
                  </a:ext>
                </a:extLst>
              </a:tr>
              <a:tr h="275343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 Indenter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724685"/>
                  </a:ext>
                </a:extLst>
              </a:tr>
              <a:tr h="229623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Indenter Radius 1 mm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3140138"/>
                  </a:ext>
                </a:extLst>
              </a:tr>
              <a:tr h="305823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Indenter Radius 0.9 mm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9400329"/>
                  </a:ext>
                </a:extLst>
              </a:tr>
              <a:tr h="244863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Indenter Radius 0.8 mm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0957030"/>
                  </a:ext>
                </a:extLst>
              </a:tr>
              <a:tr h="29870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Loading Rate 10 N / 0.25 sec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2223358"/>
                  </a:ext>
                </a:extLst>
              </a:tr>
              <a:tr h="28346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Loading Rate 10 N / 1 sec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625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 8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>
                          <a:solidFill>
                            <a:srgbClr val="130A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Loading Rate 10 N / 4 sec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3613887"/>
                  </a:ext>
                </a:extLst>
              </a:tr>
            </a:tbl>
          </a:graphicData>
        </a:graphic>
      </p:graphicFrame>
      <p:sp>
        <p:nvSpPr>
          <p:cNvPr id="216" name="TextBox 215">
            <a:extLst>
              <a:ext uri="{FF2B5EF4-FFF2-40B4-BE49-F238E27FC236}">
                <a16:creationId xmlns:a16="http://schemas.microsoft.com/office/drawing/2014/main" id="{52398BE2-4AF1-4973-B7A4-AB17EA421365}"/>
              </a:ext>
            </a:extLst>
          </p:cNvPr>
          <p:cNvSpPr txBox="1"/>
          <p:nvPr/>
        </p:nvSpPr>
        <p:spPr>
          <a:xfrm>
            <a:off x="23221261" y="19075250"/>
            <a:ext cx="6350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48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Table-1: Study Cases</a:t>
            </a:r>
          </a:p>
        </p:txBody>
      </p:sp>
      <p:grpSp>
        <p:nvGrpSpPr>
          <p:cNvPr id="1385" name="Group 1384">
            <a:extLst>
              <a:ext uri="{FF2B5EF4-FFF2-40B4-BE49-F238E27FC236}">
                <a16:creationId xmlns:a16="http://schemas.microsoft.com/office/drawing/2014/main" id="{86900145-749C-7DFE-DCB6-FF5F48AE2F91}"/>
              </a:ext>
            </a:extLst>
          </p:cNvPr>
          <p:cNvGrpSpPr/>
          <p:nvPr/>
        </p:nvGrpSpPr>
        <p:grpSpPr>
          <a:xfrm>
            <a:off x="34476868" y="6785067"/>
            <a:ext cx="10705541" cy="10732493"/>
            <a:chOff x="9856063" y="26585014"/>
            <a:chExt cx="4007139" cy="3884539"/>
          </a:xfrm>
        </p:grpSpPr>
        <p:pic>
          <p:nvPicPr>
            <p:cNvPr id="1290" name="Picture 1289">
              <a:extLst>
                <a:ext uri="{FF2B5EF4-FFF2-40B4-BE49-F238E27FC236}">
                  <a16:creationId xmlns:a16="http://schemas.microsoft.com/office/drawing/2014/main" id="{0F9F5EBE-8A44-6E28-529A-BCF339963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73576" y="26585014"/>
              <a:ext cx="1444252" cy="3884539"/>
            </a:xfrm>
            <a:prstGeom prst="rect">
              <a:avLst/>
            </a:prstGeom>
          </p:spPr>
        </p:pic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5717E816-CC47-7A26-F32F-0B36B44BBADB}"/>
                </a:ext>
              </a:extLst>
            </p:cNvPr>
            <p:cNvSpPr txBox="1"/>
            <p:nvPr/>
          </p:nvSpPr>
          <p:spPr>
            <a:xfrm>
              <a:off x="9856063" y="26739467"/>
              <a:ext cx="969956" cy="428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>
                  <a:latin typeface="Arial" panose="020B0604020202020204" pitchFamily="34" charset="0"/>
                  <a:cs typeface="Arial" panose="020B0604020202020204" pitchFamily="34" charset="0"/>
                </a:rPr>
                <a:t>10 N</a:t>
              </a:r>
            </a:p>
          </p:txBody>
        </p:sp>
        <p:grpSp>
          <p:nvGrpSpPr>
            <p:cNvPr id="1381" name="Group 1380">
              <a:extLst>
                <a:ext uri="{FF2B5EF4-FFF2-40B4-BE49-F238E27FC236}">
                  <a16:creationId xmlns:a16="http://schemas.microsoft.com/office/drawing/2014/main" id="{C07F521F-9A00-BC97-9508-2FC52AE93FD0}"/>
                </a:ext>
              </a:extLst>
            </p:cNvPr>
            <p:cNvGrpSpPr/>
            <p:nvPr/>
          </p:nvGrpSpPr>
          <p:grpSpPr>
            <a:xfrm>
              <a:off x="10445019" y="29570564"/>
              <a:ext cx="1093333" cy="0"/>
              <a:chOff x="10108067" y="30440957"/>
              <a:chExt cx="1093333" cy="0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C835264-3D18-1667-EAE7-C140110E3F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0400" y="30440957"/>
                <a:ext cx="381000" cy="0"/>
              </a:xfrm>
              <a:prstGeom prst="straightConnector1">
                <a:avLst/>
              </a:prstGeom>
              <a:ln w="57150">
                <a:tailEnd type="stealt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83162B0-C394-9B27-65C6-F20336ACDB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08067" y="30440957"/>
                <a:ext cx="381000" cy="0"/>
              </a:xfrm>
              <a:prstGeom prst="straightConnector1">
                <a:avLst/>
              </a:prstGeom>
              <a:ln w="57150">
                <a:tailEnd type="stealt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7854B7-8337-BF54-E9AA-F6391BF1DBF1}"/>
                </a:ext>
              </a:extLst>
            </p:cNvPr>
            <p:cNvSpPr txBox="1"/>
            <p:nvPr/>
          </p:nvSpPr>
          <p:spPr>
            <a:xfrm>
              <a:off x="10631159" y="29094253"/>
              <a:ext cx="842757" cy="36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>
                  <a:latin typeface="Arial" panose="020B0604020202020204" pitchFamily="34" charset="0"/>
                  <a:cs typeface="Arial" panose="020B0604020202020204" pitchFamily="34" charset="0"/>
                </a:rPr>
                <a:t>1 mm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642E29-E349-C25D-614E-7FE99F308C22}"/>
                </a:ext>
              </a:extLst>
            </p:cNvPr>
            <p:cNvSpPr txBox="1"/>
            <p:nvPr/>
          </p:nvSpPr>
          <p:spPr>
            <a:xfrm>
              <a:off x="11859678" y="27288787"/>
              <a:ext cx="1622808" cy="259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>
                  <a:latin typeface="Arial" panose="020B0604020202020204" pitchFamily="34" charset="0"/>
                  <a:cs typeface="Arial" panose="020B0604020202020204" pitchFamily="34" charset="0"/>
                </a:rPr>
                <a:t>Indenter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346D46-C26D-3247-2E1F-43A19DB88001}"/>
                </a:ext>
              </a:extLst>
            </p:cNvPr>
            <p:cNvSpPr txBox="1"/>
            <p:nvPr/>
          </p:nvSpPr>
          <p:spPr>
            <a:xfrm>
              <a:off x="11805616" y="28610133"/>
              <a:ext cx="2057586" cy="259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>
                  <a:latin typeface="Arial" panose="020B0604020202020204" pitchFamily="34" charset="0"/>
                  <a:cs typeface="Arial" panose="020B0604020202020204" pitchFamily="34" charset="0"/>
                </a:rPr>
                <a:t>Substrate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A36CD6F-19DB-FB61-C8DC-5FD7D5BA9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4426" y="27400403"/>
              <a:ext cx="531652" cy="0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87E0C24-BAB8-B4CF-2167-AE36AAD43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4426" y="28735303"/>
              <a:ext cx="531652" cy="0"/>
            </a:xfrm>
            <a:prstGeom prst="straightConnector1">
              <a:avLst/>
            </a:prstGeom>
            <a:ln w="5715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3884ABA-8A3B-BB62-A6E5-FA76B12CBFA8}"/>
              </a:ext>
            </a:extLst>
          </p:cNvPr>
          <p:cNvGrpSpPr/>
          <p:nvPr/>
        </p:nvGrpSpPr>
        <p:grpSpPr>
          <a:xfrm>
            <a:off x="23162130" y="7196562"/>
            <a:ext cx="10686057" cy="9922072"/>
            <a:chOff x="23417465" y="7312353"/>
            <a:chExt cx="9515340" cy="10588952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F5D3A-32AB-4D9B-23ED-82A96D40CA62}"/>
                </a:ext>
              </a:extLst>
            </p:cNvPr>
            <p:cNvSpPr/>
            <p:nvPr/>
          </p:nvSpPr>
          <p:spPr>
            <a:xfrm>
              <a:off x="23417465" y="11390835"/>
              <a:ext cx="4405566" cy="3163365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5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Parameters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37D938A-A75D-B780-AE80-607CCBFB2FAD}"/>
                </a:ext>
              </a:extLst>
            </p:cNvPr>
            <p:cNvSpPr/>
            <p:nvPr/>
          </p:nvSpPr>
          <p:spPr>
            <a:xfrm>
              <a:off x="28527239" y="7312353"/>
              <a:ext cx="4405566" cy="3163365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5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Indenter Size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1ABF804-5F79-E3FA-4386-F2FA2113C612}"/>
                </a:ext>
              </a:extLst>
            </p:cNvPr>
            <p:cNvSpPr/>
            <p:nvPr/>
          </p:nvSpPr>
          <p:spPr>
            <a:xfrm>
              <a:off x="28527239" y="10978425"/>
              <a:ext cx="4405566" cy="3163365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5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Material of Indenter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FF3DF033-DAA7-E2BD-FF70-DF0322C7364C}"/>
                </a:ext>
              </a:extLst>
            </p:cNvPr>
            <p:cNvSpPr/>
            <p:nvPr/>
          </p:nvSpPr>
          <p:spPr>
            <a:xfrm>
              <a:off x="28527239" y="14737940"/>
              <a:ext cx="4405566" cy="3163365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5400" b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Loading Rate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2A6296C-F4FD-8E2B-5E04-C1B3AD4B4CCC}"/>
                </a:ext>
              </a:extLst>
            </p:cNvPr>
            <p:cNvCxnSpPr/>
            <p:nvPr/>
          </p:nvCxnSpPr>
          <p:spPr>
            <a:xfrm flipH="1">
              <a:off x="25620248" y="9113210"/>
              <a:ext cx="2906991" cy="227762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9C17987-92B4-0970-DFB3-B90EACC623E1}"/>
                </a:ext>
              </a:extLst>
            </p:cNvPr>
            <p:cNvCxnSpPr>
              <a:stCxn id="43" idx="1"/>
            </p:cNvCxnSpPr>
            <p:nvPr/>
          </p:nvCxnSpPr>
          <p:spPr>
            <a:xfrm flipH="1">
              <a:off x="27823031" y="12560108"/>
              <a:ext cx="704208" cy="23999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3247193-8ECC-8ED8-0ACD-ACF45C75B051}"/>
                </a:ext>
              </a:extLst>
            </p:cNvPr>
            <p:cNvCxnSpPr>
              <a:stCxn id="48" idx="1"/>
            </p:cNvCxnSpPr>
            <p:nvPr/>
          </p:nvCxnSpPr>
          <p:spPr>
            <a:xfrm flipH="1" flipV="1">
              <a:off x="25620248" y="14549514"/>
              <a:ext cx="2906991" cy="17701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6" name="Picture 2" descr="Bones and Muscle Tissue Flashcards Flashcards by ProProfs">
            <a:extLst>
              <a:ext uri="{FF2B5EF4-FFF2-40B4-BE49-F238E27FC236}">
                <a16:creationId xmlns:a16="http://schemas.microsoft.com/office/drawing/2014/main" id="{A8B22B43-C2BB-45A2-8F42-60154D34E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1428" y="19137932"/>
            <a:ext cx="6763199" cy="435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22C6AC75-7A20-42A9-90BC-4B3D9F2945AD}"/>
              </a:ext>
            </a:extLst>
          </p:cNvPr>
          <p:cNvSpPr txBox="1"/>
          <p:nvPr/>
        </p:nvSpPr>
        <p:spPr>
          <a:xfrm>
            <a:off x="11080539" y="23516733"/>
            <a:ext cx="11197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Ref: [</a:t>
            </a:r>
            <a:r>
              <a:rPr lang="en-US" sz="2800" b="1" i="1">
                <a:latin typeface="Arial" panose="020B0604020202020204" pitchFamily="34" charset="0"/>
                <a:cs typeface="Arial" panose="020B0604020202020204" pitchFamily="34" charset="0"/>
              </a:rPr>
              <a:t>Bones and Muscle Tissue Flashcards </a:t>
            </a:r>
            <a:r>
              <a:rPr lang="en-US" sz="2800" b="1" i="1" err="1">
                <a:latin typeface="Arial" panose="020B0604020202020204" pitchFamily="34" charset="0"/>
                <a:cs typeface="Arial" panose="020B0604020202020204" pitchFamily="34" charset="0"/>
              </a:rPr>
              <a:t>Flashcards</a:t>
            </a:r>
            <a:r>
              <a:rPr lang="en-US" sz="2800" b="1" i="1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2800" b="1" i="1" err="1">
                <a:latin typeface="Arial" panose="020B0604020202020204" pitchFamily="34" charset="0"/>
                <a:cs typeface="Arial" panose="020B0604020202020204" pitchFamily="34" charset="0"/>
              </a:rPr>
              <a:t>ProProfs</a:t>
            </a:r>
            <a:r>
              <a:rPr lang="en-US" sz="2800" b="1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(2011) www.proprofsflashcards.com]</a:t>
            </a:r>
          </a:p>
        </p:txBody>
      </p:sp>
    </p:spTree>
    <p:extLst>
      <p:ext uri="{BB962C8B-B14F-4D97-AF65-F5344CB8AC3E}">
        <p14:creationId xmlns:p14="http://schemas.microsoft.com/office/powerpoint/2010/main" val="2169711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Surovi, Agnila Ghosh</dc:creator>
  <cp:revision>1</cp:revision>
  <cp:lastPrinted>2010-12-23T20:42:55Z</cp:lastPrinted>
  <dcterms:created xsi:type="dcterms:W3CDTF">2006-08-16T00:00:00Z</dcterms:created>
  <dcterms:modified xsi:type="dcterms:W3CDTF">2023-09-14T20:36:04Z</dcterms:modified>
</cp:coreProperties>
</file>